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0"/>
  </p:notesMasterIdLst>
  <p:sldIdLst>
    <p:sldId id="256" r:id="rId2"/>
    <p:sldId id="263" r:id="rId3"/>
    <p:sldId id="264" r:id="rId4"/>
    <p:sldId id="269" r:id="rId5"/>
    <p:sldId id="271" r:id="rId6"/>
    <p:sldId id="265" r:id="rId7"/>
    <p:sldId id="266" r:id="rId8"/>
    <p:sldId id="267" r:id="rId9"/>
  </p:sldIdLst>
  <p:sldSz cx="18288000" cy="10287000"/>
  <p:notesSz cx="6858000" cy="9144000"/>
  <p:embeddedFontLst>
    <p:embeddedFont>
      <p:font typeface="ADLaM Display" panose="020B0604020202020204" charset="0"/>
      <p:regular r:id="rId11"/>
    </p:embeddedFont>
    <p:embeddedFont>
      <p:font typeface="Calibri" panose="020F0502020204030204" pitchFamily="34" charset="0"/>
      <p:regular r:id="rId12"/>
      <p:bold r:id="rId13"/>
      <p:italic r:id="rId14"/>
      <p:boldItalic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84837" autoAdjust="0"/>
  </p:normalViewPr>
  <p:slideViewPr>
    <p:cSldViewPr>
      <p:cViewPr varScale="1">
        <p:scale>
          <a:sx n="64" d="100"/>
          <a:sy n="64" d="100"/>
        </p:scale>
        <p:origin x="1134" y="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10" Type="http://schemas.openxmlformats.org/officeDocument/2006/relationships/notesMaster" Target="notesMasters/notesMaster1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BEC82EA-524B-4423-A521-03BC99482092}" type="doc">
      <dgm:prSet loTypeId="urn:microsoft.com/office/officeart/2005/8/layout/lProcess2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7B97E39-E513-4625-84F1-A1235ED0B250}">
      <dgm:prSet phldrT="[Texto]" custT="1"/>
      <dgm:spPr/>
      <dgm:t>
        <a:bodyPr/>
        <a:lstStyle/>
        <a:p>
          <a:r>
            <a:rPr lang="es-EC" sz="4800" b="1" dirty="0"/>
            <a:t>Características de los datos</a:t>
          </a:r>
          <a:endParaRPr lang="en-US" sz="4800" b="1" dirty="0"/>
        </a:p>
      </dgm:t>
    </dgm:pt>
    <dgm:pt modelId="{5F1B4D5D-8781-4B3B-AB92-8FD974F0D586}" type="parTrans" cxnId="{850BFE70-1A54-469C-9EA8-3B95E0EAB57D}">
      <dgm:prSet/>
      <dgm:spPr/>
      <dgm:t>
        <a:bodyPr/>
        <a:lstStyle/>
        <a:p>
          <a:endParaRPr lang="en-US"/>
        </a:p>
      </dgm:t>
    </dgm:pt>
    <dgm:pt modelId="{1A7F2CF9-C840-4C34-9243-3F5C8782BA29}" type="sibTrans" cxnId="{850BFE70-1A54-469C-9EA8-3B95E0EAB57D}">
      <dgm:prSet/>
      <dgm:spPr/>
      <dgm:t>
        <a:bodyPr/>
        <a:lstStyle/>
        <a:p>
          <a:endParaRPr lang="en-US"/>
        </a:p>
      </dgm:t>
    </dgm:pt>
    <dgm:pt modelId="{1BD083A4-6DD2-4417-810A-FF1E61A1E671}">
      <dgm:prSet phldrT="[Texto]" custT="1"/>
      <dgm:spPr/>
      <dgm:t>
        <a:bodyPr/>
        <a:lstStyle/>
        <a:p>
          <a:r>
            <a:rPr lang="en-US" sz="2400" dirty="0"/>
            <a:t>📊 </a:t>
          </a:r>
          <a:r>
            <a:rPr lang="es-EC" sz="2400" dirty="0"/>
            <a:t>Datos históricos de préstamos</a:t>
          </a:r>
        </a:p>
      </dgm:t>
    </dgm:pt>
    <dgm:pt modelId="{57836D93-FF06-4205-9AAF-C47F56F72609}" type="parTrans" cxnId="{870133A3-C15E-4BDB-9728-6EE19983B602}">
      <dgm:prSet/>
      <dgm:spPr/>
      <dgm:t>
        <a:bodyPr/>
        <a:lstStyle/>
        <a:p>
          <a:endParaRPr lang="en-US"/>
        </a:p>
      </dgm:t>
    </dgm:pt>
    <dgm:pt modelId="{4F526490-B0BA-46B6-A7A7-FB620E7287EE}" type="sibTrans" cxnId="{870133A3-C15E-4BDB-9728-6EE19983B602}">
      <dgm:prSet/>
      <dgm:spPr/>
      <dgm:t>
        <a:bodyPr/>
        <a:lstStyle/>
        <a:p>
          <a:endParaRPr lang="en-US"/>
        </a:p>
      </dgm:t>
    </dgm:pt>
    <dgm:pt modelId="{6A945199-3964-4D33-B62D-56E252DF078E}">
      <dgm:prSet phldrT="[Texto]" custT="1"/>
      <dgm:spPr/>
      <dgm:t>
        <a:bodyPr/>
        <a:lstStyle/>
        <a:p>
          <a:r>
            <a:rPr lang="en-US" sz="2400" dirty="0"/>
            <a:t>🏦 I</a:t>
          </a:r>
          <a:r>
            <a:rPr lang="es-EC" sz="2400" dirty="0"/>
            <a:t>nformación financiera y del cliente</a:t>
          </a:r>
          <a:endParaRPr lang="en-US" sz="2400" dirty="0"/>
        </a:p>
      </dgm:t>
    </dgm:pt>
    <dgm:pt modelId="{DD947378-E67B-46E5-B93C-AED655630158}" type="parTrans" cxnId="{78B535A5-B60B-4FB1-A8C5-BD35AF2340AB}">
      <dgm:prSet/>
      <dgm:spPr/>
      <dgm:t>
        <a:bodyPr/>
        <a:lstStyle/>
        <a:p>
          <a:endParaRPr lang="en-US"/>
        </a:p>
      </dgm:t>
    </dgm:pt>
    <dgm:pt modelId="{2711CD38-4771-4688-A7C6-2F95D0B33BCE}" type="sibTrans" cxnId="{78B535A5-B60B-4FB1-A8C5-BD35AF2340AB}">
      <dgm:prSet/>
      <dgm:spPr/>
      <dgm:t>
        <a:bodyPr/>
        <a:lstStyle/>
        <a:p>
          <a:endParaRPr lang="en-US"/>
        </a:p>
      </dgm:t>
    </dgm:pt>
    <dgm:pt modelId="{342994BD-C77C-4EB0-B39C-E9E07C898234}">
      <dgm:prSet phldrT="[Texto]" custT="1"/>
      <dgm:spPr/>
      <dgm:t>
        <a:bodyPr/>
        <a:lstStyle/>
        <a:p>
          <a:r>
            <a:rPr lang="es-EC" sz="4800" b="1" dirty="0"/>
            <a:t>Variables principales</a:t>
          </a:r>
          <a:endParaRPr lang="en-US" sz="4800" b="1" dirty="0"/>
        </a:p>
      </dgm:t>
    </dgm:pt>
    <dgm:pt modelId="{56F37E4E-5800-4A3A-BCD4-8D45C4055172}" type="parTrans" cxnId="{A86D8A49-2E19-4EFD-B438-6EC62F2F8646}">
      <dgm:prSet/>
      <dgm:spPr/>
      <dgm:t>
        <a:bodyPr/>
        <a:lstStyle/>
        <a:p>
          <a:endParaRPr lang="en-US"/>
        </a:p>
      </dgm:t>
    </dgm:pt>
    <dgm:pt modelId="{81E1C795-462C-418D-B62E-F2559ADF35E1}" type="sibTrans" cxnId="{A86D8A49-2E19-4EFD-B438-6EC62F2F8646}">
      <dgm:prSet/>
      <dgm:spPr/>
      <dgm:t>
        <a:bodyPr/>
        <a:lstStyle/>
        <a:p>
          <a:endParaRPr lang="en-US"/>
        </a:p>
      </dgm:t>
    </dgm:pt>
    <dgm:pt modelId="{154DAB8A-89F1-4C3B-8D97-82410750183E}">
      <dgm:prSet phldrT="[Texto]" custT="1"/>
      <dgm:spPr/>
      <dgm:t>
        <a:bodyPr/>
        <a:lstStyle/>
        <a:p>
          <a:r>
            <a:rPr lang="es-EC" sz="4800" b="1" dirty="0"/>
            <a:t>Variable objetivo</a:t>
          </a:r>
          <a:endParaRPr lang="en-US" sz="4800" b="1" dirty="0"/>
        </a:p>
      </dgm:t>
    </dgm:pt>
    <dgm:pt modelId="{32CE498C-0CEE-4A51-9C7C-EEFD8FFA9D28}" type="parTrans" cxnId="{14B32029-C995-4709-98EF-D3F9154BA345}">
      <dgm:prSet/>
      <dgm:spPr/>
      <dgm:t>
        <a:bodyPr/>
        <a:lstStyle/>
        <a:p>
          <a:endParaRPr lang="en-US"/>
        </a:p>
      </dgm:t>
    </dgm:pt>
    <dgm:pt modelId="{B13FCB3B-8848-4323-ACB9-F9F21DE80007}" type="sibTrans" cxnId="{14B32029-C995-4709-98EF-D3F9154BA345}">
      <dgm:prSet/>
      <dgm:spPr/>
      <dgm:t>
        <a:bodyPr/>
        <a:lstStyle/>
        <a:p>
          <a:endParaRPr lang="en-US"/>
        </a:p>
      </dgm:t>
    </dgm:pt>
    <dgm:pt modelId="{315DB0BA-3F99-4E9D-9802-924BA92E0AAD}">
      <dgm:prSet phldrT="[Texto]" custT="1"/>
      <dgm:spPr/>
      <dgm:t>
        <a:bodyPr/>
        <a:lstStyle/>
        <a:p>
          <a:r>
            <a:rPr lang="es-ES" sz="2100" dirty="0"/>
            <a:t>📄 </a:t>
          </a:r>
          <a:r>
            <a:rPr lang="es-ES" sz="2400" dirty="0" err="1"/>
            <a:t>loan_status</a:t>
          </a:r>
          <a:r>
            <a:rPr lang="es-ES" sz="2400" dirty="0"/>
            <a:t> – estado del </a:t>
          </a:r>
          <a:r>
            <a:rPr lang="es-ES" sz="2100" dirty="0"/>
            <a:t>préstamo</a:t>
          </a:r>
          <a:endParaRPr lang="en-US" sz="2100" dirty="0"/>
        </a:p>
      </dgm:t>
    </dgm:pt>
    <dgm:pt modelId="{87AAEF4E-FB32-4E83-9423-08736B240B8B}" type="parTrans" cxnId="{FA3D46F1-B8D1-47C8-BDB7-16F477C086CB}">
      <dgm:prSet/>
      <dgm:spPr/>
      <dgm:t>
        <a:bodyPr/>
        <a:lstStyle/>
        <a:p>
          <a:endParaRPr lang="en-US"/>
        </a:p>
      </dgm:t>
    </dgm:pt>
    <dgm:pt modelId="{4B657989-85EC-4C83-9FB7-78F48FA2C225}" type="sibTrans" cxnId="{FA3D46F1-B8D1-47C8-BDB7-16F477C086CB}">
      <dgm:prSet/>
      <dgm:spPr/>
      <dgm:t>
        <a:bodyPr/>
        <a:lstStyle/>
        <a:p>
          <a:endParaRPr lang="en-US"/>
        </a:p>
      </dgm:t>
    </dgm:pt>
    <dgm:pt modelId="{20E5AFFF-089B-4364-BE0E-2542E0D1A8F8}">
      <dgm:prSet phldrT="[Texto]"/>
      <dgm:spPr/>
      <dgm:t>
        <a:bodyPr/>
        <a:lstStyle/>
        <a:p>
          <a:r>
            <a:rPr lang="en-US" dirty="0"/>
            <a:t>🧐 </a:t>
          </a:r>
          <a:r>
            <a:rPr lang="en-US" dirty="0" err="1"/>
            <a:t>mal_pagador</a:t>
          </a:r>
          <a:endParaRPr lang="en-US" dirty="0"/>
        </a:p>
      </dgm:t>
    </dgm:pt>
    <dgm:pt modelId="{BE09ADE7-8888-42E4-9993-EBF349F88D49}" type="parTrans" cxnId="{45903CFB-872D-4498-B5AB-66264090BE49}">
      <dgm:prSet/>
      <dgm:spPr/>
      <dgm:t>
        <a:bodyPr/>
        <a:lstStyle/>
        <a:p>
          <a:endParaRPr lang="en-US"/>
        </a:p>
      </dgm:t>
    </dgm:pt>
    <dgm:pt modelId="{4F95B636-6822-4502-BBCE-0A1FC6D5D4AA}" type="sibTrans" cxnId="{45903CFB-872D-4498-B5AB-66264090BE49}">
      <dgm:prSet/>
      <dgm:spPr/>
      <dgm:t>
        <a:bodyPr/>
        <a:lstStyle/>
        <a:p>
          <a:endParaRPr lang="en-US"/>
        </a:p>
      </dgm:t>
    </dgm:pt>
    <dgm:pt modelId="{B7926842-3C43-478D-9EFB-B69E8F72C094}">
      <dgm:prSet phldrT="[Texto]" custT="1"/>
      <dgm:spPr/>
      <dgm:t>
        <a:bodyPr/>
        <a:lstStyle/>
        <a:p>
          <a:r>
            <a:rPr lang="en-US" sz="2400" dirty="0"/>
            <a:t>📁 </a:t>
          </a:r>
          <a:r>
            <a:rPr lang="en-US" sz="2400" dirty="0" err="1"/>
            <a:t>Cada</a:t>
          </a:r>
          <a:r>
            <a:rPr lang="en-US" sz="2400" dirty="0"/>
            <a:t> registro </a:t>
          </a:r>
          <a:r>
            <a:rPr lang="en-US" sz="2400" dirty="0" err="1"/>
            <a:t>representa</a:t>
          </a:r>
          <a:r>
            <a:rPr lang="en-US" sz="2400" dirty="0"/>
            <a:t> un </a:t>
          </a:r>
          <a:r>
            <a:rPr lang="en-US" sz="2400" dirty="0" err="1"/>
            <a:t>crédito</a:t>
          </a:r>
          <a:endParaRPr lang="en-US" sz="2400" dirty="0"/>
        </a:p>
      </dgm:t>
    </dgm:pt>
    <dgm:pt modelId="{2F7042D7-E35E-4446-BA65-CC7577ED7BFC}" type="parTrans" cxnId="{AF635DB6-28AD-482C-80BC-C837EB3DC394}">
      <dgm:prSet/>
      <dgm:spPr/>
      <dgm:t>
        <a:bodyPr/>
        <a:lstStyle/>
        <a:p>
          <a:endParaRPr lang="en-US"/>
        </a:p>
      </dgm:t>
    </dgm:pt>
    <dgm:pt modelId="{4905F818-18FD-49DE-A315-BD5EF65DFBA0}" type="sibTrans" cxnId="{AF635DB6-28AD-482C-80BC-C837EB3DC394}">
      <dgm:prSet/>
      <dgm:spPr/>
      <dgm:t>
        <a:bodyPr/>
        <a:lstStyle/>
        <a:p>
          <a:endParaRPr lang="en-US"/>
        </a:p>
      </dgm:t>
    </dgm:pt>
    <dgm:pt modelId="{0DBE19D9-DC34-4B4D-A0BE-DB02A7AAB128}">
      <dgm:prSet phldrT="[Texto]" custT="1"/>
      <dgm:spPr/>
      <dgm:t>
        <a:bodyPr/>
        <a:lstStyle/>
        <a:p>
          <a:r>
            <a:rPr lang="en-US" sz="2400" dirty="0"/>
            <a:t>💰 </a:t>
          </a:r>
          <a:r>
            <a:rPr lang="en-US" sz="2400" dirty="0" err="1"/>
            <a:t>loan_amnt</a:t>
          </a:r>
          <a:r>
            <a:rPr lang="en-US" sz="2400" dirty="0"/>
            <a:t> - </a:t>
          </a:r>
          <a:r>
            <a:rPr lang="en-US" sz="2400" dirty="0" err="1"/>
            <a:t>monto</a:t>
          </a:r>
          <a:r>
            <a:rPr lang="en-US" sz="2400" dirty="0"/>
            <a:t> del </a:t>
          </a:r>
          <a:r>
            <a:rPr lang="en-US" sz="2400" dirty="0" err="1"/>
            <a:t>préstamo</a:t>
          </a:r>
          <a:endParaRPr lang="en-US" sz="2400" dirty="0"/>
        </a:p>
      </dgm:t>
    </dgm:pt>
    <dgm:pt modelId="{C4C363FC-4108-40C8-AAFF-4489F48D265F}" type="parTrans" cxnId="{6F74879C-475B-4262-BF34-FFD458428D2C}">
      <dgm:prSet/>
      <dgm:spPr/>
      <dgm:t>
        <a:bodyPr/>
        <a:lstStyle/>
        <a:p>
          <a:endParaRPr lang="en-US"/>
        </a:p>
      </dgm:t>
    </dgm:pt>
    <dgm:pt modelId="{8B62AE07-00B8-4481-9954-C0C60820028D}" type="sibTrans" cxnId="{6F74879C-475B-4262-BF34-FFD458428D2C}">
      <dgm:prSet/>
      <dgm:spPr/>
      <dgm:t>
        <a:bodyPr/>
        <a:lstStyle/>
        <a:p>
          <a:endParaRPr lang="en-US"/>
        </a:p>
      </dgm:t>
    </dgm:pt>
    <dgm:pt modelId="{54EAA840-BFD1-4160-84D5-92D196A51C95}">
      <dgm:prSet phldrT="[Texto]" custT="1"/>
      <dgm:spPr/>
      <dgm:t>
        <a:bodyPr/>
        <a:lstStyle/>
        <a:p>
          <a:r>
            <a:rPr lang="en-US" sz="2400" dirty="0"/>
            <a:t>🧑‍💼</a:t>
          </a:r>
          <a:r>
            <a:rPr lang="en-US" sz="2400" dirty="0" err="1"/>
            <a:t>emp_title</a:t>
          </a:r>
          <a:r>
            <a:rPr lang="en-US" sz="2400" dirty="0"/>
            <a:t> - </a:t>
          </a:r>
          <a:r>
            <a:rPr lang="en-US" sz="2400" dirty="0" err="1"/>
            <a:t>profesión</a:t>
          </a:r>
          <a:endParaRPr lang="en-US" sz="2400" dirty="0"/>
        </a:p>
      </dgm:t>
    </dgm:pt>
    <dgm:pt modelId="{6B517A71-B511-4295-B0DC-F7B724012B16}" type="parTrans" cxnId="{10C0DC7A-9C5A-41A9-B83B-813AEC751365}">
      <dgm:prSet/>
      <dgm:spPr/>
      <dgm:t>
        <a:bodyPr/>
        <a:lstStyle/>
        <a:p>
          <a:endParaRPr lang="en-US"/>
        </a:p>
      </dgm:t>
    </dgm:pt>
    <dgm:pt modelId="{2E92D79C-A8E3-4E6B-91C0-03CF9F47463A}" type="sibTrans" cxnId="{10C0DC7A-9C5A-41A9-B83B-813AEC751365}">
      <dgm:prSet/>
      <dgm:spPr/>
      <dgm:t>
        <a:bodyPr/>
        <a:lstStyle/>
        <a:p>
          <a:endParaRPr lang="en-US"/>
        </a:p>
      </dgm:t>
    </dgm:pt>
    <dgm:pt modelId="{54FD1319-3C64-4EEC-8247-3412712A8D78}">
      <dgm:prSet phldrT="[Texto]" custT="1"/>
      <dgm:spPr/>
      <dgm:t>
        <a:bodyPr/>
        <a:lstStyle/>
        <a:p>
          <a:r>
            <a:rPr lang="en-US" sz="2400" dirty="0"/>
            <a:t>📈 </a:t>
          </a:r>
          <a:r>
            <a:rPr lang="en-US" sz="2400" dirty="0" err="1"/>
            <a:t>annual_inc</a:t>
          </a:r>
          <a:r>
            <a:rPr lang="en-US" sz="2400" dirty="0"/>
            <a:t> - </a:t>
          </a:r>
          <a:r>
            <a:rPr lang="en-US" sz="2400" dirty="0" err="1"/>
            <a:t>ingreso</a:t>
          </a:r>
          <a:r>
            <a:rPr lang="en-US" sz="2400" dirty="0"/>
            <a:t> </a:t>
          </a:r>
          <a:r>
            <a:rPr lang="en-US" sz="2400" dirty="0" err="1"/>
            <a:t>anual</a:t>
          </a:r>
          <a:endParaRPr lang="en-US" sz="2400" dirty="0"/>
        </a:p>
      </dgm:t>
    </dgm:pt>
    <dgm:pt modelId="{A4497F50-C62E-4C6F-B4B0-8C5DAD12E82E}" type="parTrans" cxnId="{D9AEEE84-721C-4796-B8C6-5996EE85BFCD}">
      <dgm:prSet/>
      <dgm:spPr/>
      <dgm:t>
        <a:bodyPr/>
        <a:lstStyle/>
        <a:p>
          <a:endParaRPr lang="en-US"/>
        </a:p>
      </dgm:t>
    </dgm:pt>
    <dgm:pt modelId="{EDF208EE-56D2-4E7B-9557-8BA11CC5A487}" type="sibTrans" cxnId="{D9AEEE84-721C-4796-B8C6-5996EE85BFCD}">
      <dgm:prSet/>
      <dgm:spPr/>
      <dgm:t>
        <a:bodyPr/>
        <a:lstStyle/>
        <a:p>
          <a:endParaRPr lang="en-US"/>
        </a:p>
      </dgm:t>
    </dgm:pt>
    <dgm:pt modelId="{2C88E09C-0734-4DA8-B16B-FC13B186A803}">
      <dgm:prSet phldrT="[Texto]" custT="1"/>
      <dgm:spPr/>
      <dgm:t>
        <a:bodyPr/>
        <a:lstStyle/>
        <a:p>
          <a:r>
            <a:rPr lang="en-US" sz="2400" dirty="0"/>
            <a:t>🏠 </a:t>
          </a:r>
          <a:r>
            <a:rPr lang="en-US" sz="2400" dirty="0" err="1"/>
            <a:t>home_ownership</a:t>
          </a:r>
          <a:r>
            <a:rPr lang="en-US" sz="2400" dirty="0"/>
            <a:t> - </a:t>
          </a:r>
          <a:r>
            <a:rPr lang="en-US" sz="2400" dirty="0" err="1"/>
            <a:t>tipo</a:t>
          </a:r>
          <a:r>
            <a:rPr lang="en-US" sz="2400" dirty="0"/>
            <a:t> de </a:t>
          </a:r>
          <a:r>
            <a:rPr lang="en-US" sz="2400" dirty="0" err="1"/>
            <a:t>vivienda</a:t>
          </a:r>
          <a:endParaRPr lang="en-US" sz="2400" dirty="0"/>
        </a:p>
      </dgm:t>
    </dgm:pt>
    <dgm:pt modelId="{F1C5FC70-0B01-4921-9341-F07DF9FB0F70}" type="parTrans" cxnId="{8AD89476-AD5A-489B-A7D9-6E41970F01A7}">
      <dgm:prSet/>
      <dgm:spPr/>
      <dgm:t>
        <a:bodyPr/>
        <a:lstStyle/>
        <a:p>
          <a:endParaRPr lang="en-US"/>
        </a:p>
      </dgm:t>
    </dgm:pt>
    <dgm:pt modelId="{CB89AA80-4637-4676-B4ED-8926B0166761}" type="sibTrans" cxnId="{8AD89476-AD5A-489B-A7D9-6E41970F01A7}">
      <dgm:prSet/>
      <dgm:spPr/>
      <dgm:t>
        <a:bodyPr/>
        <a:lstStyle/>
        <a:p>
          <a:endParaRPr lang="en-US"/>
        </a:p>
      </dgm:t>
    </dgm:pt>
    <dgm:pt modelId="{1B5A9FF1-5E7A-4B2F-A184-3D91E2F95F32}">
      <dgm:prSet phldrT="[Texto]" custT="1"/>
      <dgm:spPr/>
      <dgm:t>
        <a:bodyPr/>
        <a:lstStyle/>
        <a:p>
          <a:r>
            <a:rPr lang="en-US" sz="2400" dirty="0"/>
            <a:t>🎯purpose – </a:t>
          </a:r>
          <a:r>
            <a:rPr lang="en-US" sz="2400" dirty="0" err="1"/>
            <a:t>propósito</a:t>
          </a:r>
          <a:r>
            <a:rPr lang="en-US" sz="2400" dirty="0"/>
            <a:t> del </a:t>
          </a:r>
          <a:r>
            <a:rPr lang="en-US" sz="2400" dirty="0" err="1"/>
            <a:t>préstamo</a:t>
          </a:r>
          <a:endParaRPr lang="en-US" sz="2400" dirty="0"/>
        </a:p>
      </dgm:t>
    </dgm:pt>
    <dgm:pt modelId="{BED22313-2E0A-41B3-816C-BED5677CEB6C}" type="parTrans" cxnId="{D889A28A-EA40-4E8F-9D30-8FEBE015E01A}">
      <dgm:prSet/>
      <dgm:spPr/>
      <dgm:t>
        <a:bodyPr/>
        <a:lstStyle/>
        <a:p>
          <a:endParaRPr lang="en-US"/>
        </a:p>
      </dgm:t>
    </dgm:pt>
    <dgm:pt modelId="{34DA23BF-B720-4A96-98F8-E1A890EFE73F}" type="sibTrans" cxnId="{D889A28A-EA40-4E8F-9D30-8FEBE015E01A}">
      <dgm:prSet/>
      <dgm:spPr/>
      <dgm:t>
        <a:bodyPr/>
        <a:lstStyle/>
        <a:p>
          <a:endParaRPr lang="en-US"/>
        </a:p>
      </dgm:t>
    </dgm:pt>
    <dgm:pt modelId="{A531FECA-B768-4BCE-8F22-167377669E81}">
      <dgm:prSet phldrT="[Texto]" custT="1"/>
      <dgm:spPr/>
      <dgm:t>
        <a:bodyPr/>
        <a:lstStyle/>
        <a:p>
          <a:r>
            <a:rPr lang="en-US" sz="1800" dirty="0"/>
            <a:t>✅ Fully paid (</a:t>
          </a:r>
          <a:r>
            <a:rPr lang="en-US" sz="1800" dirty="0" err="1"/>
            <a:t>pagado</a:t>
          </a:r>
          <a:r>
            <a:rPr lang="en-US" sz="1800" dirty="0"/>
            <a:t>)</a:t>
          </a:r>
        </a:p>
      </dgm:t>
    </dgm:pt>
    <dgm:pt modelId="{07A59119-ED0B-4257-ACBF-2818AF3F8149}" type="parTrans" cxnId="{3924C063-9771-423F-A140-BB454C8157F1}">
      <dgm:prSet/>
      <dgm:spPr/>
      <dgm:t>
        <a:bodyPr/>
        <a:lstStyle/>
        <a:p>
          <a:endParaRPr lang="en-US"/>
        </a:p>
      </dgm:t>
    </dgm:pt>
    <dgm:pt modelId="{A98AA2C5-6CDC-40B1-ADD7-7B8332D72C3E}" type="sibTrans" cxnId="{3924C063-9771-423F-A140-BB454C8157F1}">
      <dgm:prSet/>
      <dgm:spPr/>
      <dgm:t>
        <a:bodyPr/>
        <a:lstStyle/>
        <a:p>
          <a:endParaRPr lang="en-US"/>
        </a:p>
      </dgm:t>
    </dgm:pt>
    <dgm:pt modelId="{ACE90621-C0F0-4FA4-99B3-65304DB97E87}">
      <dgm:prSet phldrT="[Texto]" custT="1"/>
      <dgm:spPr/>
      <dgm:t>
        <a:bodyPr/>
        <a:lstStyle/>
        <a:p>
          <a:r>
            <a:rPr lang="en-US" sz="1800" dirty="0"/>
            <a:t>⏳ Current (</a:t>
          </a:r>
          <a:r>
            <a:rPr lang="en-US" sz="1800" dirty="0" err="1"/>
            <a:t>vigente</a:t>
          </a:r>
          <a:r>
            <a:rPr lang="en-US" sz="1800" dirty="0"/>
            <a:t>)
⚠️ Late (</a:t>
          </a:r>
          <a:r>
            <a:rPr lang="en-US" sz="1800" dirty="0" err="1"/>
            <a:t>retrasado</a:t>
          </a:r>
          <a:r>
            <a:rPr lang="en-US" sz="1800" dirty="0"/>
            <a:t>)
❌ Default (</a:t>
          </a:r>
          <a:r>
            <a:rPr lang="en-US" sz="1800" dirty="0" err="1"/>
            <a:t>incumplimiento</a:t>
          </a:r>
          <a:r>
            <a:rPr lang="en-US" sz="1800" dirty="0"/>
            <a:t>)</a:t>
          </a:r>
        </a:p>
      </dgm:t>
    </dgm:pt>
    <dgm:pt modelId="{ADBDEC7B-A7F0-451A-AD09-6491D82DF4FE}" type="parTrans" cxnId="{F8B480E9-9EC0-4AE2-8F52-577D2006956B}">
      <dgm:prSet/>
      <dgm:spPr/>
      <dgm:t>
        <a:bodyPr/>
        <a:lstStyle/>
        <a:p>
          <a:endParaRPr lang="en-US"/>
        </a:p>
      </dgm:t>
    </dgm:pt>
    <dgm:pt modelId="{D8A25375-0406-46C1-B25A-EB56222BB3B4}" type="sibTrans" cxnId="{F8B480E9-9EC0-4AE2-8F52-577D2006956B}">
      <dgm:prSet/>
      <dgm:spPr/>
      <dgm:t>
        <a:bodyPr/>
        <a:lstStyle/>
        <a:p>
          <a:endParaRPr lang="en-US"/>
        </a:p>
      </dgm:t>
    </dgm:pt>
    <dgm:pt modelId="{7048D7D2-9BFE-4AFE-B010-AC612648A323}">
      <dgm:prSet phldrT="[Texto]"/>
      <dgm:spPr/>
      <dgm:t>
        <a:bodyPr/>
        <a:lstStyle/>
        <a:p>
          <a:r>
            <a:rPr lang="es-ES" dirty="0"/>
            <a:t>❌ 1: Cliente con incumplimiento de pago o retraso mayor a 30 días
✅ 0: C</a:t>
          </a:r>
          <a:r>
            <a:rPr lang="en-US" dirty="0" err="1"/>
            <a:t>liente</a:t>
          </a:r>
          <a:r>
            <a:rPr lang="en-US" dirty="0"/>
            <a:t> sin </a:t>
          </a:r>
          <a:r>
            <a:rPr lang="en-US" dirty="0" err="1"/>
            <a:t>incumplimiento</a:t>
          </a:r>
          <a:r>
            <a:rPr lang="en-US" dirty="0"/>
            <a:t> de </a:t>
          </a:r>
          <a:r>
            <a:rPr lang="en-US" dirty="0" err="1"/>
            <a:t>pago</a:t>
          </a:r>
          <a:endParaRPr lang="en-US" dirty="0"/>
        </a:p>
      </dgm:t>
    </dgm:pt>
    <dgm:pt modelId="{686A684D-AD53-4FC8-B627-CE05927E1754}" type="parTrans" cxnId="{121E54EF-E126-482A-A19E-FC884DA3DD5F}">
      <dgm:prSet/>
      <dgm:spPr/>
      <dgm:t>
        <a:bodyPr/>
        <a:lstStyle/>
        <a:p>
          <a:endParaRPr lang="en-US"/>
        </a:p>
      </dgm:t>
    </dgm:pt>
    <dgm:pt modelId="{86B2F4FE-7CCB-457A-A21B-0DF16DE4331C}" type="sibTrans" cxnId="{121E54EF-E126-482A-A19E-FC884DA3DD5F}">
      <dgm:prSet/>
      <dgm:spPr/>
      <dgm:t>
        <a:bodyPr/>
        <a:lstStyle/>
        <a:p>
          <a:endParaRPr lang="en-US"/>
        </a:p>
      </dgm:t>
    </dgm:pt>
    <dgm:pt modelId="{6618C995-79F5-4F65-BE57-A6B586A06C18}" type="pres">
      <dgm:prSet presAssocID="{4BEC82EA-524B-4423-A521-03BC99482092}" presName="theList" presStyleCnt="0">
        <dgm:presLayoutVars>
          <dgm:dir/>
          <dgm:animLvl val="lvl"/>
          <dgm:resizeHandles val="exact"/>
        </dgm:presLayoutVars>
      </dgm:prSet>
      <dgm:spPr/>
    </dgm:pt>
    <dgm:pt modelId="{4775F384-1309-4449-A890-4CC403F2800C}" type="pres">
      <dgm:prSet presAssocID="{E7B97E39-E513-4625-84F1-A1235ED0B250}" presName="compNode" presStyleCnt="0"/>
      <dgm:spPr/>
    </dgm:pt>
    <dgm:pt modelId="{0C52B60E-C306-4082-AB03-3CFBFE4CE0C7}" type="pres">
      <dgm:prSet presAssocID="{E7B97E39-E513-4625-84F1-A1235ED0B250}" presName="aNode" presStyleLbl="bgShp" presStyleIdx="0" presStyleCnt="3"/>
      <dgm:spPr/>
    </dgm:pt>
    <dgm:pt modelId="{93A6BC79-B8F4-4180-ACEF-BE56825FE219}" type="pres">
      <dgm:prSet presAssocID="{E7B97E39-E513-4625-84F1-A1235ED0B250}" presName="textNode" presStyleLbl="bgShp" presStyleIdx="0" presStyleCnt="3"/>
      <dgm:spPr/>
    </dgm:pt>
    <dgm:pt modelId="{1B399182-809E-4915-92DF-A692A5D700D1}" type="pres">
      <dgm:prSet presAssocID="{E7B97E39-E513-4625-84F1-A1235ED0B250}" presName="compChildNode" presStyleCnt="0"/>
      <dgm:spPr/>
    </dgm:pt>
    <dgm:pt modelId="{9D76EEFE-EE61-42BF-BC68-D52D2B13C6FA}" type="pres">
      <dgm:prSet presAssocID="{E7B97E39-E513-4625-84F1-A1235ED0B250}" presName="theInnerList" presStyleCnt="0"/>
      <dgm:spPr/>
    </dgm:pt>
    <dgm:pt modelId="{8D7C62D2-41DA-47E0-BC9F-95BD7A120760}" type="pres">
      <dgm:prSet presAssocID="{1BD083A4-6DD2-4417-810A-FF1E61A1E671}" presName="childNode" presStyleLbl="node1" presStyleIdx="0" presStyleCnt="10">
        <dgm:presLayoutVars>
          <dgm:bulletEnabled val="1"/>
        </dgm:presLayoutVars>
      </dgm:prSet>
      <dgm:spPr/>
    </dgm:pt>
    <dgm:pt modelId="{ED9CB9E8-0F9C-4759-B0FC-02FB9B34ED48}" type="pres">
      <dgm:prSet presAssocID="{1BD083A4-6DD2-4417-810A-FF1E61A1E671}" presName="aSpace2" presStyleCnt="0"/>
      <dgm:spPr/>
    </dgm:pt>
    <dgm:pt modelId="{B2334261-509C-4A3E-AA25-451BAC207718}" type="pres">
      <dgm:prSet presAssocID="{6A945199-3964-4D33-B62D-56E252DF078E}" presName="childNode" presStyleLbl="node1" presStyleIdx="1" presStyleCnt="10">
        <dgm:presLayoutVars>
          <dgm:bulletEnabled val="1"/>
        </dgm:presLayoutVars>
      </dgm:prSet>
      <dgm:spPr/>
    </dgm:pt>
    <dgm:pt modelId="{AA1ED763-FCC8-43CF-9F00-2696F97BB3C6}" type="pres">
      <dgm:prSet presAssocID="{6A945199-3964-4D33-B62D-56E252DF078E}" presName="aSpace2" presStyleCnt="0"/>
      <dgm:spPr/>
    </dgm:pt>
    <dgm:pt modelId="{E11C4FB5-1D17-4F37-BF84-7CBF566DB0AF}" type="pres">
      <dgm:prSet presAssocID="{B7926842-3C43-478D-9EFB-B69E8F72C094}" presName="childNode" presStyleLbl="node1" presStyleIdx="2" presStyleCnt="10">
        <dgm:presLayoutVars>
          <dgm:bulletEnabled val="1"/>
        </dgm:presLayoutVars>
      </dgm:prSet>
      <dgm:spPr/>
    </dgm:pt>
    <dgm:pt modelId="{0AEA1571-ABFE-4EAE-873D-965D20C47475}" type="pres">
      <dgm:prSet presAssocID="{E7B97E39-E513-4625-84F1-A1235ED0B250}" presName="aSpace" presStyleCnt="0"/>
      <dgm:spPr/>
    </dgm:pt>
    <dgm:pt modelId="{F24EF106-0DFA-478D-BE7E-C65843D25428}" type="pres">
      <dgm:prSet presAssocID="{342994BD-C77C-4EB0-B39C-E9E07C898234}" presName="compNode" presStyleCnt="0"/>
      <dgm:spPr/>
    </dgm:pt>
    <dgm:pt modelId="{8A90366C-4345-4956-A3CF-77BAEACC91FC}" type="pres">
      <dgm:prSet presAssocID="{342994BD-C77C-4EB0-B39C-E9E07C898234}" presName="aNode" presStyleLbl="bgShp" presStyleIdx="1" presStyleCnt="3"/>
      <dgm:spPr/>
    </dgm:pt>
    <dgm:pt modelId="{581A36DD-7147-40A3-91E5-84AD4814F5A7}" type="pres">
      <dgm:prSet presAssocID="{342994BD-C77C-4EB0-B39C-E9E07C898234}" presName="textNode" presStyleLbl="bgShp" presStyleIdx="1" presStyleCnt="3"/>
      <dgm:spPr/>
    </dgm:pt>
    <dgm:pt modelId="{B1ECC9F2-119F-49A9-A4F0-FFC7E10D94DF}" type="pres">
      <dgm:prSet presAssocID="{342994BD-C77C-4EB0-B39C-E9E07C898234}" presName="compChildNode" presStyleCnt="0"/>
      <dgm:spPr/>
    </dgm:pt>
    <dgm:pt modelId="{6420D2C8-F8A3-4A92-A544-20D532D3A5D9}" type="pres">
      <dgm:prSet presAssocID="{342994BD-C77C-4EB0-B39C-E9E07C898234}" presName="theInnerList" presStyleCnt="0"/>
      <dgm:spPr/>
    </dgm:pt>
    <dgm:pt modelId="{2AB775E2-CEE6-45FE-9734-E9056695ACFB}" type="pres">
      <dgm:prSet presAssocID="{0DBE19D9-DC34-4B4D-A0BE-DB02A7AAB128}" presName="childNode" presStyleLbl="node1" presStyleIdx="3" presStyleCnt="10">
        <dgm:presLayoutVars>
          <dgm:bulletEnabled val="1"/>
        </dgm:presLayoutVars>
      </dgm:prSet>
      <dgm:spPr/>
    </dgm:pt>
    <dgm:pt modelId="{EB08B261-E731-4AD1-AC78-1D9932DFCCD6}" type="pres">
      <dgm:prSet presAssocID="{0DBE19D9-DC34-4B4D-A0BE-DB02A7AAB128}" presName="aSpace2" presStyleCnt="0"/>
      <dgm:spPr/>
    </dgm:pt>
    <dgm:pt modelId="{431BD5C7-3615-4691-9868-DF9530F2DBCD}" type="pres">
      <dgm:prSet presAssocID="{54EAA840-BFD1-4160-84D5-92D196A51C95}" presName="childNode" presStyleLbl="node1" presStyleIdx="4" presStyleCnt="10">
        <dgm:presLayoutVars>
          <dgm:bulletEnabled val="1"/>
        </dgm:presLayoutVars>
      </dgm:prSet>
      <dgm:spPr/>
    </dgm:pt>
    <dgm:pt modelId="{7C0B67F7-5606-44B0-831C-57467E5B892E}" type="pres">
      <dgm:prSet presAssocID="{54EAA840-BFD1-4160-84D5-92D196A51C95}" presName="aSpace2" presStyleCnt="0"/>
      <dgm:spPr/>
    </dgm:pt>
    <dgm:pt modelId="{F195CAEF-E9BF-411D-9F60-E2CC8650D447}" type="pres">
      <dgm:prSet presAssocID="{54FD1319-3C64-4EEC-8247-3412712A8D78}" presName="childNode" presStyleLbl="node1" presStyleIdx="5" presStyleCnt="10">
        <dgm:presLayoutVars>
          <dgm:bulletEnabled val="1"/>
        </dgm:presLayoutVars>
      </dgm:prSet>
      <dgm:spPr/>
    </dgm:pt>
    <dgm:pt modelId="{D3A37921-51E7-4C74-9078-05117CC17537}" type="pres">
      <dgm:prSet presAssocID="{54FD1319-3C64-4EEC-8247-3412712A8D78}" presName="aSpace2" presStyleCnt="0"/>
      <dgm:spPr/>
    </dgm:pt>
    <dgm:pt modelId="{86A8D9B9-E3BC-4589-AD6E-2EF76D25CE30}" type="pres">
      <dgm:prSet presAssocID="{2C88E09C-0734-4DA8-B16B-FC13B186A803}" presName="childNode" presStyleLbl="node1" presStyleIdx="6" presStyleCnt="10">
        <dgm:presLayoutVars>
          <dgm:bulletEnabled val="1"/>
        </dgm:presLayoutVars>
      </dgm:prSet>
      <dgm:spPr/>
    </dgm:pt>
    <dgm:pt modelId="{F5AC0045-D7A1-4921-9864-03E192B11166}" type="pres">
      <dgm:prSet presAssocID="{2C88E09C-0734-4DA8-B16B-FC13B186A803}" presName="aSpace2" presStyleCnt="0"/>
      <dgm:spPr/>
    </dgm:pt>
    <dgm:pt modelId="{87BFD4B9-7750-4CB8-94A4-B3A4CAB88383}" type="pres">
      <dgm:prSet presAssocID="{1B5A9FF1-5E7A-4B2F-A184-3D91E2F95F32}" presName="childNode" presStyleLbl="node1" presStyleIdx="7" presStyleCnt="10">
        <dgm:presLayoutVars>
          <dgm:bulletEnabled val="1"/>
        </dgm:presLayoutVars>
      </dgm:prSet>
      <dgm:spPr/>
    </dgm:pt>
    <dgm:pt modelId="{F6581509-BFDE-449A-99D7-70057B61F7FB}" type="pres">
      <dgm:prSet presAssocID="{342994BD-C77C-4EB0-B39C-E9E07C898234}" presName="aSpace" presStyleCnt="0"/>
      <dgm:spPr/>
    </dgm:pt>
    <dgm:pt modelId="{5EEC01F8-35BE-41CF-B40B-75113EDEA1DA}" type="pres">
      <dgm:prSet presAssocID="{154DAB8A-89F1-4C3B-8D97-82410750183E}" presName="compNode" presStyleCnt="0"/>
      <dgm:spPr/>
    </dgm:pt>
    <dgm:pt modelId="{49163CA6-21E8-45AB-9408-BEC35B752013}" type="pres">
      <dgm:prSet presAssocID="{154DAB8A-89F1-4C3B-8D97-82410750183E}" presName="aNode" presStyleLbl="bgShp" presStyleIdx="2" presStyleCnt="3"/>
      <dgm:spPr/>
    </dgm:pt>
    <dgm:pt modelId="{296BC438-1895-43CC-8365-F102B481631F}" type="pres">
      <dgm:prSet presAssocID="{154DAB8A-89F1-4C3B-8D97-82410750183E}" presName="textNode" presStyleLbl="bgShp" presStyleIdx="2" presStyleCnt="3"/>
      <dgm:spPr/>
    </dgm:pt>
    <dgm:pt modelId="{7CFA3609-A42E-4134-9689-7B76066E68A2}" type="pres">
      <dgm:prSet presAssocID="{154DAB8A-89F1-4C3B-8D97-82410750183E}" presName="compChildNode" presStyleCnt="0"/>
      <dgm:spPr/>
    </dgm:pt>
    <dgm:pt modelId="{8FC25339-D3D8-407A-AE27-ABEC2E07659A}" type="pres">
      <dgm:prSet presAssocID="{154DAB8A-89F1-4C3B-8D97-82410750183E}" presName="theInnerList" presStyleCnt="0"/>
      <dgm:spPr/>
    </dgm:pt>
    <dgm:pt modelId="{95A4A1AE-CE02-4F29-9590-C58D9F9D56B7}" type="pres">
      <dgm:prSet presAssocID="{315DB0BA-3F99-4E9D-9802-924BA92E0AAD}" presName="childNode" presStyleLbl="node1" presStyleIdx="8" presStyleCnt="10" custScaleY="179709" custLinFactY="-9966" custLinFactNeighborX="21" custLinFactNeighborY="-100000">
        <dgm:presLayoutVars>
          <dgm:bulletEnabled val="1"/>
        </dgm:presLayoutVars>
      </dgm:prSet>
      <dgm:spPr/>
    </dgm:pt>
    <dgm:pt modelId="{64BF676F-77EF-4D38-A243-7D89ABEBE5D3}" type="pres">
      <dgm:prSet presAssocID="{315DB0BA-3F99-4E9D-9802-924BA92E0AAD}" presName="aSpace2" presStyleCnt="0"/>
      <dgm:spPr/>
    </dgm:pt>
    <dgm:pt modelId="{E20756AC-DDA8-40F9-82BF-1F3A5D3050DA}" type="pres">
      <dgm:prSet presAssocID="{20E5AFFF-089B-4364-BE0E-2542E0D1A8F8}" presName="childNode" presStyleLbl="node1" presStyleIdx="9" presStyleCnt="10" custScaleY="144989" custLinFactY="-11785" custLinFactNeighborX="21" custLinFactNeighborY="-100000">
        <dgm:presLayoutVars>
          <dgm:bulletEnabled val="1"/>
        </dgm:presLayoutVars>
      </dgm:prSet>
      <dgm:spPr/>
    </dgm:pt>
  </dgm:ptLst>
  <dgm:cxnLst>
    <dgm:cxn modelId="{71833B09-D052-496F-B578-6C9F9181C49D}" type="presOf" srcId="{E7B97E39-E513-4625-84F1-A1235ED0B250}" destId="{0C52B60E-C306-4082-AB03-3CFBFE4CE0C7}" srcOrd="0" destOrd="0" presId="urn:microsoft.com/office/officeart/2005/8/layout/lProcess2"/>
    <dgm:cxn modelId="{F245860D-FFB4-4EEC-828A-8F0DA5038076}" type="presOf" srcId="{4BEC82EA-524B-4423-A521-03BC99482092}" destId="{6618C995-79F5-4F65-BE57-A6B586A06C18}" srcOrd="0" destOrd="0" presId="urn:microsoft.com/office/officeart/2005/8/layout/lProcess2"/>
    <dgm:cxn modelId="{17D11E0F-8BDC-45F4-B4AE-F46EAAA8124E}" type="presOf" srcId="{342994BD-C77C-4EB0-B39C-E9E07C898234}" destId="{8A90366C-4345-4956-A3CF-77BAEACC91FC}" srcOrd="0" destOrd="0" presId="urn:microsoft.com/office/officeart/2005/8/layout/lProcess2"/>
    <dgm:cxn modelId="{30BCBC25-1E0B-4ACB-9622-6E5A8A8CEEBD}" type="presOf" srcId="{154DAB8A-89F1-4C3B-8D97-82410750183E}" destId="{49163CA6-21E8-45AB-9408-BEC35B752013}" srcOrd="0" destOrd="0" presId="urn:microsoft.com/office/officeart/2005/8/layout/lProcess2"/>
    <dgm:cxn modelId="{14B32029-C995-4709-98EF-D3F9154BA345}" srcId="{4BEC82EA-524B-4423-A521-03BC99482092}" destId="{154DAB8A-89F1-4C3B-8D97-82410750183E}" srcOrd="2" destOrd="0" parTransId="{32CE498C-0CEE-4A51-9C7C-EEFD8FFA9D28}" sibTransId="{B13FCB3B-8848-4323-ACB9-F9F21DE80007}"/>
    <dgm:cxn modelId="{83F06634-1DC0-4035-854B-634CAA491D4F}" type="presOf" srcId="{342994BD-C77C-4EB0-B39C-E9E07C898234}" destId="{581A36DD-7147-40A3-91E5-84AD4814F5A7}" srcOrd="1" destOrd="0" presId="urn:microsoft.com/office/officeart/2005/8/layout/lProcess2"/>
    <dgm:cxn modelId="{61FB5442-77AB-466E-9182-57E3DD451084}" type="presOf" srcId="{E7B97E39-E513-4625-84F1-A1235ED0B250}" destId="{93A6BC79-B8F4-4180-ACEF-BE56825FE219}" srcOrd="1" destOrd="0" presId="urn:microsoft.com/office/officeart/2005/8/layout/lProcess2"/>
    <dgm:cxn modelId="{3924C063-9771-423F-A140-BB454C8157F1}" srcId="{315DB0BA-3F99-4E9D-9802-924BA92E0AAD}" destId="{A531FECA-B768-4BCE-8F22-167377669E81}" srcOrd="0" destOrd="0" parTransId="{07A59119-ED0B-4257-ACBF-2818AF3F8149}" sibTransId="{A98AA2C5-6CDC-40B1-ADD7-7B8332D72C3E}"/>
    <dgm:cxn modelId="{A86D8A49-2E19-4EFD-B438-6EC62F2F8646}" srcId="{4BEC82EA-524B-4423-A521-03BC99482092}" destId="{342994BD-C77C-4EB0-B39C-E9E07C898234}" srcOrd="1" destOrd="0" parTransId="{56F37E4E-5800-4A3A-BCD4-8D45C4055172}" sibTransId="{81E1C795-462C-418D-B62E-F2559ADF35E1}"/>
    <dgm:cxn modelId="{850BFE70-1A54-469C-9EA8-3B95E0EAB57D}" srcId="{4BEC82EA-524B-4423-A521-03BC99482092}" destId="{E7B97E39-E513-4625-84F1-A1235ED0B250}" srcOrd="0" destOrd="0" parTransId="{5F1B4D5D-8781-4B3B-AB92-8FD974F0D586}" sibTransId="{1A7F2CF9-C840-4C34-9243-3F5C8782BA29}"/>
    <dgm:cxn modelId="{FA0E0851-6C97-4BF9-B5FB-6291611DD490}" type="presOf" srcId="{2C88E09C-0734-4DA8-B16B-FC13B186A803}" destId="{86A8D9B9-E3BC-4589-AD6E-2EF76D25CE30}" srcOrd="0" destOrd="0" presId="urn:microsoft.com/office/officeart/2005/8/layout/lProcess2"/>
    <dgm:cxn modelId="{B9209771-B6A1-400D-B0C1-E5FEFBBAC85C}" type="presOf" srcId="{A531FECA-B768-4BCE-8F22-167377669E81}" destId="{95A4A1AE-CE02-4F29-9590-C58D9F9D56B7}" srcOrd="0" destOrd="1" presId="urn:microsoft.com/office/officeart/2005/8/layout/lProcess2"/>
    <dgm:cxn modelId="{8AD89476-AD5A-489B-A7D9-6E41970F01A7}" srcId="{342994BD-C77C-4EB0-B39C-E9E07C898234}" destId="{2C88E09C-0734-4DA8-B16B-FC13B186A803}" srcOrd="3" destOrd="0" parTransId="{F1C5FC70-0B01-4921-9341-F07DF9FB0F70}" sibTransId="{CB89AA80-4637-4676-B4ED-8926B0166761}"/>
    <dgm:cxn modelId="{45C6447A-BA27-4928-B1A5-4C934D7F6B53}" type="presOf" srcId="{20E5AFFF-089B-4364-BE0E-2542E0D1A8F8}" destId="{E20756AC-DDA8-40F9-82BF-1F3A5D3050DA}" srcOrd="0" destOrd="0" presId="urn:microsoft.com/office/officeart/2005/8/layout/lProcess2"/>
    <dgm:cxn modelId="{10C0DC7A-9C5A-41A9-B83B-813AEC751365}" srcId="{342994BD-C77C-4EB0-B39C-E9E07C898234}" destId="{54EAA840-BFD1-4160-84D5-92D196A51C95}" srcOrd="1" destOrd="0" parTransId="{6B517A71-B511-4295-B0DC-F7B724012B16}" sibTransId="{2E92D79C-A8E3-4E6B-91C0-03CF9F47463A}"/>
    <dgm:cxn modelId="{D9AEEE84-721C-4796-B8C6-5996EE85BFCD}" srcId="{342994BD-C77C-4EB0-B39C-E9E07C898234}" destId="{54FD1319-3C64-4EEC-8247-3412712A8D78}" srcOrd="2" destOrd="0" parTransId="{A4497F50-C62E-4C6F-B4B0-8C5DAD12E82E}" sibTransId="{EDF208EE-56D2-4E7B-9557-8BA11CC5A487}"/>
    <dgm:cxn modelId="{D889A28A-EA40-4E8F-9D30-8FEBE015E01A}" srcId="{342994BD-C77C-4EB0-B39C-E9E07C898234}" destId="{1B5A9FF1-5E7A-4B2F-A184-3D91E2F95F32}" srcOrd="4" destOrd="0" parTransId="{BED22313-2E0A-41B3-816C-BED5677CEB6C}" sibTransId="{34DA23BF-B720-4A96-98F8-E1A890EFE73F}"/>
    <dgm:cxn modelId="{FC417C8C-6E3C-4A0D-BDC7-AE5DDE663FA0}" type="presOf" srcId="{315DB0BA-3F99-4E9D-9802-924BA92E0AAD}" destId="{95A4A1AE-CE02-4F29-9590-C58D9F9D56B7}" srcOrd="0" destOrd="0" presId="urn:microsoft.com/office/officeart/2005/8/layout/lProcess2"/>
    <dgm:cxn modelId="{00E5348D-D809-494B-90CD-7BD343980D33}" type="presOf" srcId="{1BD083A4-6DD2-4417-810A-FF1E61A1E671}" destId="{8D7C62D2-41DA-47E0-BC9F-95BD7A120760}" srcOrd="0" destOrd="0" presId="urn:microsoft.com/office/officeart/2005/8/layout/lProcess2"/>
    <dgm:cxn modelId="{6F74879C-475B-4262-BF34-FFD458428D2C}" srcId="{342994BD-C77C-4EB0-B39C-E9E07C898234}" destId="{0DBE19D9-DC34-4B4D-A0BE-DB02A7AAB128}" srcOrd="0" destOrd="0" parTransId="{C4C363FC-4108-40C8-AAFF-4489F48D265F}" sibTransId="{8B62AE07-00B8-4481-9954-C0C60820028D}"/>
    <dgm:cxn modelId="{1ED47C9D-A2C2-48BC-8C63-1C8B8F8C1FB0}" type="presOf" srcId="{54FD1319-3C64-4EEC-8247-3412712A8D78}" destId="{F195CAEF-E9BF-411D-9F60-E2CC8650D447}" srcOrd="0" destOrd="0" presId="urn:microsoft.com/office/officeart/2005/8/layout/lProcess2"/>
    <dgm:cxn modelId="{870133A3-C15E-4BDB-9728-6EE19983B602}" srcId="{E7B97E39-E513-4625-84F1-A1235ED0B250}" destId="{1BD083A4-6DD2-4417-810A-FF1E61A1E671}" srcOrd="0" destOrd="0" parTransId="{57836D93-FF06-4205-9AAF-C47F56F72609}" sibTransId="{4F526490-B0BA-46B6-A7A7-FB620E7287EE}"/>
    <dgm:cxn modelId="{78B535A5-B60B-4FB1-A8C5-BD35AF2340AB}" srcId="{E7B97E39-E513-4625-84F1-A1235ED0B250}" destId="{6A945199-3964-4D33-B62D-56E252DF078E}" srcOrd="1" destOrd="0" parTransId="{DD947378-E67B-46E5-B93C-AED655630158}" sibTransId="{2711CD38-4771-4688-A7C6-2F95D0B33BCE}"/>
    <dgm:cxn modelId="{49F460AB-0F86-4E8A-B230-A01A1F0B56B1}" type="presOf" srcId="{ACE90621-C0F0-4FA4-99B3-65304DB97E87}" destId="{95A4A1AE-CE02-4F29-9590-C58D9F9D56B7}" srcOrd="0" destOrd="2" presId="urn:microsoft.com/office/officeart/2005/8/layout/lProcess2"/>
    <dgm:cxn modelId="{AF635DB6-28AD-482C-80BC-C837EB3DC394}" srcId="{E7B97E39-E513-4625-84F1-A1235ED0B250}" destId="{B7926842-3C43-478D-9EFB-B69E8F72C094}" srcOrd="2" destOrd="0" parTransId="{2F7042D7-E35E-4446-BA65-CC7577ED7BFC}" sibTransId="{4905F818-18FD-49DE-A315-BD5EF65DFBA0}"/>
    <dgm:cxn modelId="{4733C2BC-DA36-4192-B8D8-007509FBA04F}" type="presOf" srcId="{7048D7D2-9BFE-4AFE-B010-AC612648A323}" destId="{E20756AC-DDA8-40F9-82BF-1F3A5D3050DA}" srcOrd="0" destOrd="1" presId="urn:microsoft.com/office/officeart/2005/8/layout/lProcess2"/>
    <dgm:cxn modelId="{42D633BE-BC8C-45F8-990D-CE0CD61208C5}" type="presOf" srcId="{B7926842-3C43-478D-9EFB-B69E8F72C094}" destId="{E11C4FB5-1D17-4F37-BF84-7CBF566DB0AF}" srcOrd="0" destOrd="0" presId="urn:microsoft.com/office/officeart/2005/8/layout/lProcess2"/>
    <dgm:cxn modelId="{68D213C3-C362-4426-8414-0C2018E2F5E3}" type="presOf" srcId="{154DAB8A-89F1-4C3B-8D97-82410750183E}" destId="{296BC438-1895-43CC-8365-F102B481631F}" srcOrd="1" destOrd="0" presId="urn:microsoft.com/office/officeart/2005/8/layout/lProcess2"/>
    <dgm:cxn modelId="{2CCAE6CB-3466-4116-8B9F-2B07534437F8}" type="presOf" srcId="{0DBE19D9-DC34-4B4D-A0BE-DB02A7AAB128}" destId="{2AB775E2-CEE6-45FE-9734-E9056695ACFB}" srcOrd="0" destOrd="0" presId="urn:microsoft.com/office/officeart/2005/8/layout/lProcess2"/>
    <dgm:cxn modelId="{01C052DB-F43D-4E07-92A2-EAC1EAC93534}" type="presOf" srcId="{6A945199-3964-4D33-B62D-56E252DF078E}" destId="{B2334261-509C-4A3E-AA25-451BAC207718}" srcOrd="0" destOrd="0" presId="urn:microsoft.com/office/officeart/2005/8/layout/lProcess2"/>
    <dgm:cxn modelId="{ED7D63E6-3921-431A-9AD5-2B1508B36177}" type="presOf" srcId="{1B5A9FF1-5E7A-4B2F-A184-3D91E2F95F32}" destId="{87BFD4B9-7750-4CB8-94A4-B3A4CAB88383}" srcOrd="0" destOrd="0" presId="urn:microsoft.com/office/officeart/2005/8/layout/lProcess2"/>
    <dgm:cxn modelId="{F8B480E9-9EC0-4AE2-8F52-577D2006956B}" srcId="{315DB0BA-3F99-4E9D-9802-924BA92E0AAD}" destId="{ACE90621-C0F0-4FA4-99B3-65304DB97E87}" srcOrd="1" destOrd="0" parTransId="{ADBDEC7B-A7F0-451A-AD09-6491D82DF4FE}" sibTransId="{D8A25375-0406-46C1-B25A-EB56222BB3B4}"/>
    <dgm:cxn modelId="{121E54EF-E126-482A-A19E-FC884DA3DD5F}" srcId="{20E5AFFF-089B-4364-BE0E-2542E0D1A8F8}" destId="{7048D7D2-9BFE-4AFE-B010-AC612648A323}" srcOrd="0" destOrd="0" parTransId="{686A684D-AD53-4FC8-B627-CE05927E1754}" sibTransId="{86B2F4FE-7CCB-457A-A21B-0DF16DE4331C}"/>
    <dgm:cxn modelId="{FA3D46F1-B8D1-47C8-BDB7-16F477C086CB}" srcId="{154DAB8A-89F1-4C3B-8D97-82410750183E}" destId="{315DB0BA-3F99-4E9D-9802-924BA92E0AAD}" srcOrd="0" destOrd="0" parTransId="{87AAEF4E-FB32-4E83-9423-08736B240B8B}" sibTransId="{4B657989-85EC-4C83-9FB7-78F48FA2C225}"/>
    <dgm:cxn modelId="{45903CFB-872D-4498-B5AB-66264090BE49}" srcId="{154DAB8A-89F1-4C3B-8D97-82410750183E}" destId="{20E5AFFF-089B-4364-BE0E-2542E0D1A8F8}" srcOrd="1" destOrd="0" parTransId="{BE09ADE7-8888-42E4-9993-EBF349F88D49}" sibTransId="{4F95B636-6822-4502-BBCE-0A1FC6D5D4AA}"/>
    <dgm:cxn modelId="{4DFAB6FB-F560-47DE-9342-1AB7E09C2B97}" type="presOf" srcId="{54EAA840-BFD1-4160-84D5-92D196A51C95}" destId="{431BD5C7-3615-4691-9868-DF9530F2DBCD}" srcOrd="0" destOrd="0" presId="urn:microsoft.com/office/officeart/2005/8/layout/lProcess2"/>
    <dgm:cxn modelId="{9C4D6FC3-9C86-4515-A17F-E0ECBC6A7DD5}" type="presParOf" srcId="{6618C995-79F5-4F65-BE57-A6B586A06C18}" destId="{4775F384-1309-4449-A890-4CC403F2800C}" srcOrd="0" destOrd="0" presId="urn:microsoft.com/office/officeart/2005/8/layout/lProcess2"/>
    <dgm:cxn modelId="{924B4879-865F-435E-8B4B-93C47FF4AB02}" type="presParOf" srcId="{4775F384-1309-4449-A890-4CC403F2800C}" destId="{0C52B60E-C306-4082-AB03-3CFBFE4CE0C7}" srcOrd="0" destOrd="0" presId="urn:microsoft.com/office/officeart/2005/8/layout/lProcess2"/>
    <dgm:cxn modelId="{0E6B7A58-D87D-4F0E-9D29-1D218B3A58DD}" type="presParOf" srcId="{4775F384-1309-4449-A890-4CC403F2800C}" destId="{93A6BC79-B8F4-4180-ACEF-BE56825FE219}" srcOrd="1" destOrd="0" presId="urn:microsoft.com/office/officeart/2005/8/layout/lProcess2"/>
    <dgm:cxn modelId="{836BF237-9DD8-4D85-8AE2-485531582D7B}" type="presParOf" srcId="{4775F384-1309-4449-A890-4CC403F2800C}" destId="{1B399182-809E-4915-92DF-A692A5D700D1}" srcOrd="2" destOrd="0" presId="urn:microsoft.com/office/officeart/2005/8/layout/lProcess2"/>
    <dgm:cxn modelId="{79C4F129-07A6-4C86-9E29-6AB6ED3DEBA1}" type="presParOf" srcId="{1B399182-809E-4915-92DF-A692A5D700D1}" destId="{9D76EEFE-EE61-42BF-BC68-D52D2B13C6FA}" srcOrd="0" destOrd="0" presId="urn:microsoft.com/office/officeart/2005/8/layout/lProcess2"/>
    <dgm:cxn modelId="{37A97742-5C5E-456B-B397-DE8798D7FD01}" type="presParOf" srcId="{9D76EEFE-EE61-42BF-BC68-D52D2B13C6FA}" destId="{8D7C62D2-41DA-47E0-BC9F-95BD7A120760}" srcOrd="0" destOrd="0" presId="urn:microsoft.com/office/officeart/2005/8/layout/lProcess2"/>
    <dgm:cxn modelId="{D5A93264-313F-496F-8764-F0E89C3D9158}" type="presParOf" srcId="{9D76EEFE-EE61-42BF-BC68-D52D2B13C6FA}" destId="{ED9CB9E8-0F9C-4759-B0FC-02FB9B34ED48}" srcOrd="1" destOrd="0" presId="urn:microsoft.com/office/officeart/2005/8/layout/lProcess2"/>
    <dgm:cxn modelId="{60763ECE-6390-46E9-AAFE-0F358F412D3E}" type="presParOf" srcId="{9D76EEFE-EE61-42BF-BC68-D52D2B13C6FA}" destId="{B2334261-509C-4A3E-AA25-451BAC207718}" srcOrd="2" destOrd="0" presId="urn:microsoft.com/office/officeart/2005/8/layout/lProcess2"/>
    <dgm:cxn modelId="{CD312777-46C4-4730-9306-2DFFC4AD6ED4}" type="presParOf" srcId="{9D76EEFE-EE61-42BF-BC68-D52D2B13C6FA}" destId="{AA1ED763-FCC8-43CF-9F00-2696F97BB3C6}" srcOrd="3" destOrd="0" presId="urn:microsoft.com/office/officeart/2005/8/layout/lProcess2"/>
    <dgm:cxn modelId="{84656872-4E98-4425-9704-22CF2B570D0F}" type="presParOf" srcId="{9D76EEFE-EE61-42BF-BC68-D52D2B13C6FA}" destId="{E11C4FB5-1D17-4F37-BF84-7CBF566DB0AF}" srcOrd="4" destOrd="0" presId="urn:microsoft.com/office/officeart/2005/8/layout/lProcess2"/>
    <dgm:cxn modelId="{410FAC01-C707-43A2-97F4-B53E43D264FB}" type="presParOf" srcId="{6618C995-79F5-4F65-BE57-A6B586A06C18}" destId="{0AEA1571-ABFE-4EAE-873D-965D20C47475}" srcOrd="1" destOrd="0" presId="urn:microsoft.com/office/officeart/2005/8/layout/lProcess2"/>
    <dgm:cxn modelId="{ACB897A7-D99F-4606-A040-531D79869A12}" type="presParOf" srcId="{6618C995-79F5-4F65-BE57-A6B586A06C18}" destId="{F24EF106-0DFA-478D-BE7E-C65843D25428}" srcOrd="2" destOrd="0" presId="urn:microsoft.com/office/officeart/2005/8/layout/lProcess2"/>
    <dgm:cxn modelId="{D2BA0AF9-182C-4C58-904C-2018CB40ECB8}" type="presParOf" srcId="{F24EF106-0DFA-478D-BE7E-C65843D25428}" destId="{8A90366C-4345-4956-A3CF-77BAEACC91FC}" srcOrd="0" destOrd="0" presId="urn:microsoft.com/office/officeart/2005/8/layout/lProcess2"/>
    <dgm:cxn modelId="{49C58325-9DB7-4571-AC0B-6895EBAEB673}" type="presParOf" srcId="{F24EF106-0DFA-478D-BE7E-C65843D25428}" destId="{581A36DD-7147-40A3-91E5-84AD4814F5A7}" srcOrd="1" destOrd="0" presId="urn:microsoft.com/office/officeart/2005/8/layout/lProcess2"/>
    <dgm:cxn modelId="{7874F099-2D08-475B-9635-529D035CD537}" type="presParOf" srcId="{F24EF106-0DFA-478D-BE7E-C65843D25428}" destId="{B1ECC9F2-119F-49A9-A4F0-FFC7E10D94DF}" srcOrd="2" destOrd="0" presId="urn:microsoft.com/office/officeart/2005/8/layout/lProcess2"/>
    <dgm:cxn modelId="{402C36BD-7D17-4299-81D5-586E21133C4A}" type="presParOf" srcId="{B1ECC9F2-119F-49A9-A4F0-FFC7E10D94DF}" destId="{6420D2C8-F8A3-4A92-A544-20D532D3A5D9}" srcOrd="0" destOrd="0" presId="urn:microsoft.com/office/officeart/2005/8/layout/lProcess2"/>
    <dgm:cxn modelId="{CFCF9CB7-F0E7-4B60-8753-5413962A7472}" type="presParOf" srcId="{6420D2C8-F8A3-4A92-A544-20D532D3A5D9}" destId="{2AB775E2-CEE6-45FE-9734-E9056695ACFB}" srcOrd="0" destOrd="0" presId="urn:microsoft.com/office/officeart/2005/8/layout/lProcess2"/>
    <dgm:cxn modelId="{B79C20ED-2A21-488B-AC91-BA7CFE42E851}" type="presParOf" srcId="{6420D2C8-F8A3-4A92-A544-20D532D3A5D9}" destId="{EB08B261-E731-4AD1-AC78-1D9932DFCCD6}" srcOrd="1" destOrd="0" presId="urn:microsoft.com/office/officeart/2005/8/layout/lProcess2"/>
    <dgm:cxn modelId="{CE52AD58-DD7A-4E44-874F-BC06777333D8}" type="presParOf" srcId="{6420D2C8-F8A3-4A92-A544-20D532D3A5D9}" destId="{431BD5C7-3615-4691-9868-DF9530F2DBCD}" srcOrd="2" destOrd="0" presId="urn:microsoft.com/office/officeart/2005/8/layout/lProcess2"/>
    <dgm:cxn modelId="{077C8E07-96A9-46EC-B864-CEA42DB83291}" type="presParOf" srcId="{6420D2C8-F8A3-4A92-A544-20D532D3A5D9}" destId="{7C0B67F7-5606-44B0-831C-57467E5B892E}" srcOrd="3" destOrd="0" presId="urn:microsoft.com/office/officeart/2005/8/layout/lProcess2"/>
    <dgm:cxn modelId="{1836BF94-D046-4D2D-9745-63CAF4A106E9}" type="presParOf" srcId="{6420D2C8-F8A3-4A92-A544-20D532D3A5D9}" destId="{F195CAEF-E9BF-411D-9F60-E2CC8650D447}" srcOrd="4" destOrd="0" presId="urn:microsoft.com/office/officeart/2005/8/layout/lProcess2"/>
    <dgm:cxn modelId="{29521F96-BBF2-41BB-AA3C-5A8920EADD42}" type="presParOf" srcId="{6420D2C8-F8A3-4A92-A544-20D532D3A5D9}" destId="{D3A37921-51E7-4C74-9078-05117CC17537}" srcOrd="5" destOrd="0" presId="urn:microsoft.com/office/officeart/2005/8/layout/lProcess2"/>
    <dgm:cxn modelId="{7DECD03A-2532-4FF5-9CF1-844D50CBBD58}" type="presParOf" srcId="{6420D2C8-F8A3-4A92-A544-20D532D3A5D9}" destId="{86A8D9B9-E3BC-4589-AD6E-2EF76D25CE30}" srcOrd="6" destOrd="0" presId="urn:microsoft.com/office/officeart/2005/8/layout/lProcess2"/>
    <dgm:cxn modelId="{E897C3B2-7EA2-4858-993B-D8561F73CD34}" type="presParOf" srcId="{6420D2C8-F8A3-4A92-A544-20D532D3A5D9}" destId="{F5AC0045-D7A1-4921-9864-03E192B11166}" srcOrd="7" destOrd="0" presId="urn:microsoft.com/office/officeart/2005/8/layout/lProcess2"/>
    <dgm:cxn modelId="{F21F019B-40A2-4A7B-8C16-BD9D6E42F9E4}" type="presParOf" srcId="{6420D2C8-F8A3-4A92-A544-20D532D3A5D9}" destId="{87BFD4B9-7750-4CB8-94A4-B3A4CAB88383}" srcOrd="8" destOrd="0" presId="urn:microsoft.com/office/officeart/2005/8/layout/lProcess2"/>
    <dgm:cxn modelId="{8880149B-DD85-4E0F-8019-6C32768D3DF5}" type="presParOf" srcId="{6618C995-79F5-4F65-BE57-A6B586A06C18}" destId="{F6581509-BFDE-449A-99D7-70057B61F7FB}" srcOrd="3" destOrd="0" presId="urn:microsoft.com/office/officeart/2005/8/layout/lProcess2"/>
    <dgm:cxn modelId="{9DA485D9-2455-4339-8E71-4A04AA6FA739}" type="presParOf" srcId="{6618C995-79F5-4F65-BE57-A6B586A06C18}" destId="{5EEC01F8-35BE-41CF-B40B-75113EDEA1DA}" srcOrd="4" destOrd="0" presId="urn:microsoft.com/office/officeart/2005/8/layout/lProcess2"/>
    <dgm:cxn modelId="{BF0BDBAE-F133-4C1C-8802-D6C9CF5654DC}" type="presParOf" srcId="{5EEC01F8-35BE-41CF-B40B-75113EDEA1DA}" destId="{49163CA6-21E8-45AB-9408-BEC35B752013}" srcOrd="0" destOrd="0" presId="urn:microsoft.com/office/officeart/2005/8/layout/lProcess2"/>
    <dgm:cxn modelId="{13F7EAA6-5357-48CD-BB52-F67B024C36BE}" type="presParOf" srcId="{5EEC01F8-35BE-41CF-B40B-75113EDEA1DA}" destId="{296BC438-1895-43CC-8365-F102B481631F}" srcOrd="1" destOrd="0" presId="urn:microsoft.com/office/officeart/2005/8/layout/lProcess2"/>
    <dgm:cxn modelId="{D07FA2B2-9650-4864-A253-A66B2B31A5A3}" type="presParOf" srcId="{5EEC01F8-35BE-41CF-B40B-75113EDEA1DA}" destId="{7CFA3609-A42E-4134-9689-7B76066E68A2}" srcOrd="2" destOrd="0" presId="urn:microsoft.com/office/officeart/2005/8/layout/lProcess2"/>
    <dgm:cxn modelId="{23C3D3CD-F2CA-471A-9D28-22C99D6496F8}" type="presParOf" srcId="{7CFA3609-A42E-4134-9689-7B76066E68A2}" destId="{8FC25339-D3D8-407A-AE27-ABEC2E07659A}" srcOrd="0" destOrd="0" presId="urn:microsoft.com/office/officeart/2005/8/layout/lProcess2"/>
    <dgm:cxn modelId="{77662C4D-0EE8-4806-8782-FB36F700ECF9}" type="presParOf" srcId="{8FC25339-D3D8-407A-AE27-ABEC2E07659A}" destId="{95A4A1AE-CE02-4F29-9590-C58D9F9D56B7}" srcOrd="0" destOrd="0" presId="urn:microsoft.com/office/officeart/2005/8/layout/lProcess2"/>
    <dgm:cxn modelId="{E6EA1FD1-0779-4087-9D2D-4F890C1647F3}" type="presParOf" srcId="{8FC25339-D3D8-407A-AE27-ABEC2E07659A}" destId="{64BF676F-77EF-4D38-A243-7D89ABEBE5D3}" srcOrd="1" destOrd="0" presId="urn:microsoft.com/office/officeart/2005/8/layout/lProcess2"/>
    <dgm:cxn modelId="{77570C11-4521-42B1-A87A-8C0DD272E793}" type="presParOf" srcId="{8FC25339-D3D8-407A-AE27-ABEC2E07659A}" destId="{E20756AC-DDA8-40F9-82BF-1F3A5D3050DA}" srcOrd="2" destOrd="0" presId="urn:microsoft.com/office/officeart/2005/8/layout/lProcess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BFB76D2-C179-41AA-BF00-5A90AF40C6B9}" type="doc">
      <dgm:prSet loTypeId="urn:microsoft.com/office/officeart/2005/8/layout/vList6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A29F305-6D40-455F-BAE8-1DC9801E80BD}">
      <dgm:prSet phldrT="[Texto]" custT="1"/>
      <dgm:spPr/>
      <dgm:t>
        <a:bodyPr/>
        <a:lstStyle/>
        <a:p>
          <a:r>
            <a:rPr lang="es-EC" sz="3200" b="1" dirty="0"/>
            <a:t>Duplicados</a:t>
          </a:r>
          <a:endParaRPr lang="en-US" sz="3200" b="1" dirty="0"/>
        </a:p>
      </dgm:t>
    </dgm:pt>
    <dgm:pt modelId="{984BDBC4-9331-481B-9F83-B70C0E69A6C1}" type="parTrans" cxnId="{D81DFF59-6CDD-40E5-A202-C452222DD220}">
      <dgm:prSet/>
      <dgm:spPr/>
      <dgm:t>
        <a:bodyPr/>
        <a:lstStyle/>
        <a:p>
          <a:endParaRPr lang="en-US"/>
        </a:p>
      </dgm:t>
    </dgm:pt>
    <dgm:pt modelId="{3FC4E8D3-80ED-497D-A5B4-90F518114F1B}" type="sibTrans" cxnId="{D81DFF59-6CDD-40E5-A202-C452222DD220}">
      <dgm:prSet/>
      <dgm:spPr/>
      <dgm:t>
        <a:bodyPr/>
        <a:lstStyle/>
        <a:p>
          <a:endParaRPr lang="en-US"/>
        </a:p>
      </dgm:t>
    </dgm:pt>
    <dgm:pt modelId="{82E4B60A-D814-4852-BD0A-96ED15372105}">
      <dgm:prSet phldrT="[Texto]" custT="1"/>
      <dgm:spPr/>
      <dgm:t>
        <a:bodyPr/>
        <a:lstStyle/>
        <a:p>
          <a:r>
            <a:rPr lang="es-EC" sz="2400" dirty="0"/>
            <a:t>Variable empleada: </a:t>
          </a:r>
          <a:r>
            <a:rPr lang="es-EC" sz="2400" dirty="0" err="1"/>
            <a:t>id_cliente</a:t>
          </a:r>
          <a:endParaRPr lang="en-US" sz="2400" dirty="0"/>
        </a:p>
      </dgm:t>
    </dgm:pt>
    <dgm:pt modelId="{1B6EDBB3-CAA7-41EC-ABAF-0D850CC6B4D7}" type="parTrans" cxnId="{F64B2FB2-6F5D-4EC1-BA0C-73CFE61C9F52}">
      <dgm:prSet/>
      <dgm:spPr/>
      <dgm:t>
        <a:bodyPr/>
        <a:lstStyle/>
        <a:p>
          <a:endParaRPr lang="en-US"/>
        </a:p>
      </dgm:t>
    </dgm:pt>
    <dgm:pt modelId="{6529194E-0A1F-4264-9BBE-A0A89EBA7F1F}" type="sibTrans" cxnId="{F64B2FB2-6F5D-4EC1-BA0C-73CFE61C9F52}">
      <dgm:prSet/>
      <dgm:spPr/>
      <dgm:t>
        <a:bodyPr/>
        <a:lstStyle/>
        <a:p>
          <a:endParaRPr lang="en-US"/>
        </a:p>
      </dgm:t>
    </dgm:pt>
    <dgm:pt modelId="{6EE576A5-7FC8-4148-A55E-3CBBFCD443E9}">
      <dgm:prSet phldrT="[Texto]" custT="1"/>
      <dgm:spPr/>
      <dgm:t>
        <a:bodyPr/>
        <a:lstStyle/>
        <a:p>
          <a:pPr algn="ctr"/>
          <a:r>
            <a:rPr lang="es-EC" sz="3200" b="1" dirty="0"/>
            <a:t>Nulos</a:t>
          </a:r>
          <a:r>
            <a:rPr lang="es-EC" sz="800" dirty="0"/>
            <a:t>	</a:t>
          </a:r>
          <a:endParaRPr lang="en-US" sz="800" dirty="0"/>
        </a:p>
      </dgm:t>
    </dgm:pt>
    <dgm:pt modelId="{88F924FB-57E5-4AFB-8E7C-36924DD07C67}" type="parTrans" cxnId="{8B109185-8BE8-4D05-B0E8-9FB5199171C8}">
      <dgm:prSet/>
      <dgm:spPr/>
      <dgm:t>
        <a:bodyPr/>
        <a:lstStyle/>
        <a:p>
          <a:endParaRPr lang="en-US"/>
        </a:p>
      </dgm:t>
    </dgm:pt>
    <dgm:pt modelId="{BD750841-49F0-4612-AA4E-A7DB5834F2CE}" type="sibTrans" cxnId="{8B109185-8BE8-4D05-B0E8-9FB5199171C8}">
      <dgm:prSet/>
      <dgm:spPr/>
      <dgm:t>
        <a:bodyPr/>
        <a:lstStyle/>
        <a:p>
          <a:endParaRPr lang="en-US"/>
        </a:p>
      </dgm:t>
    </dgm:pt>
    <dgm:pt modelId="{53752727-69C0-49CC-8D95-D6BCEB0F6D03}">
      <dgm:prSet phldrT="[Texto]" custT="1"/>
      <dgm:spPr/>
      <dgm:t>
        <a:bodyPr/>
        <a:lstStyle/>
        <a:p>
          <a:r>
            <a:rPr lang="es-EC" sz="2400" dirty="0"/>
            <a:t>Eliminaciones: </a:t>
          </a:r>
          <a:r>
            <a:rPr lang="es-EC" sz="2400" dirty="0" err="1"/>
            <a:t>settlement_status</a:t>
          </a:r>
          <a:r>
            <a:rPr lang="es-EC" sz="2400" dirty="0"/>
            <a:t> (98%), </a:t>
          </a:r>
          <a:r>
            <a:rPr lang="es-EC" sz="2400" dirty="0" err="1"/>
            <a:t>next_payment</a:t>
          </a:r>
          <a:r>
            <a:rPr lang="es-EC" sz="2400" dirty="0"/>
            <a:t> (57%)</a:t>
          </a:r>
          <a:endParaRPr lang="en-US" sz="2400" dirty="0"/>
        </a:p>
      </dgm:t>
    </dgm:pt>
    <dgm:pt modelId="{1DA9420A-A671-42AE-BE49-3ABC6BAA9D9B}" type="parTrans" cxnId="{5917C314-66FA-48F2-80E3-701688C3B636}">
      <dgm:prSet/>
      <dgm:spPr/>
      <dgm:t>
        <a:bodyPr/>
        <a:lstStyle/>
        <a:p>
          <a:endParaRPr lang="en-US"/>
        </a:p>
      </dgm:t>
    </dgm:pt>
    <dgm:pt modelId="{577A56E0-F532-47D6-96ED-E881438F440D}" type="sibTrans" cxnId="{5917C314-66FA-48F2-80E3-701688C3B636}">
      <dgm:prSet/>
      <dgm:spPr/>
      <dgm:t>
        <a:bodyPr/>
        <a:lstStyle/>
        <a:p>
          <a:endParaRPr lang="en-US"/>
        </a:p>
      </dgm:t>
    </dgm:pt>
    <dgm:pt modelId="{FFE4105E-EECC-4DCD-920C-9358C748CD03}">
      <dgm:prSet phldrT="[Texto]" custT="1"/>
      <dgm:spPr/>
      <dgm:t>
        <a:bodyPr/>
        <a:lstStyle/>
        <a:p>
          <a:r>
            <a:rPr lang="es-EC" sz="2400" dirty="0"/>
            <a:t>Imputaciones: variables </a:t>
          </a:r>
          <a:r>
            <a:rPr lang="es-EC" sz="2400" dirty="0" err="1"/>
            <a:t>str</a:t>
          </a:r>
          <a:r>
            <a:rPr lang="es-EC" sz="2400" dirty="0"/>
            <a:t> (</a:t>
          </a:r>
          <a:r>
            <a:rPr lang="en-US" sz="2400" dirty="0"/>
            <a:t>“</a:t>
          </a:r>
          <a:r>
            <a:rPr lang="en-US" sz="2400" dirty="0" err="1"/>
            <a:t>desconocido</a:t>
          </a:r>
          <a:r>
            <a:rPr lang="en-US" sz="2400" dirty="0"/>
            <a:t>”), variables </a:t>
          </a:r>
          <a:r>
            <a:rPr lang="en-US" sz="2400" dirty="0" err="1"/>
            <a:t>numéricas</a:t>
          </a:r>
          <a:r>
            <a:rPr lang="en-US" sz="2400" dirty="0"/>
            <a:t> y </a:t>
          </a:r>
          <a:r>
            <a:rPr lang="en-US" sz="2400" dirty="0" err="1"/>
            <a:t>fechas</a:t>
          </a:r>
          <a:r>
            <a:rPr lang="en-US" sz="2400" dirty="0"/>
            <a:t> (</a:t>
          </a:r>
          <a:r>
            <a:rPr lang="en-US" sz="2400" dirty="0" err="1"/>
            <a:t>mediana</a:t>
          </a:r>
          <a:r>
            <a:rPr lang="en-US" sz="2400" dirty="0"/>
            <a:t>)</a:t>
          </a:r>
        </a:p>
      </dgm:t>
    </dgm:pt>
    <dgm:pt modelId="{CB1A003A-668D-4B00-B2FA-1EB7A6D95AB9}" type="parTrans" cxnId="{A9E97A20-2877-471D-85C8-2F3A0AC3F7E6}">
      <dgm:prSet/>
      <dgm:spPr/>
      <dgm:t>
        <a:bodyPr/>
        <a:lstStyle/>
        <a:p>
          <a:endParaRPr lang="en-US"/>
        </a:p>
      </dgm:t>
    </dgm:pt>
    <dgm:pt modelId="{98B11CB0-9D6F-4B83-B4DF-13BCCB533920}" type="sibTrans" cxnId="{A9E97A20-2877-471D-85C8-2F3A0AC3F7E6}">
      <dgm:prSet/>
      <dgm:spPr/>
      <dgm:t>
        <a:bodyPr/>
        <a:lstStyle/>
        <a:p>
          <a:endParaRPr lang="en-US"/>
        </a:p>
      </dgm:t>
    </dgm:pt>
    <dgm:pt modelId="{12D5B6D0-8FDB-4EC6-82B2-1F8C883BEFE1}">
      <dgm:prSet phldrT="[Texto]" custT="1"/>
      <dgm:spPr/>
      <dgm:t>
        <a:bodyPr/>
        <a:lstStyle/>
        <a:p>
          <a:r>
            <a:rPr lang="es-EC" sz="3200" b="1" dirty="0"/>
            <a:t>Transformación de datos</a:t>
          </a:r>
          <a:endParaRPr lang="en-US" sz="3200" b="1" dirty="0"/>
        </a:p>
      </dgm:t>
    </dgm:pt>
    <dgm:pt modelId="{ED12ECB3-7794-4746-9AE8-1EF166631DB3}" type="parTrans" cxnId="{4C8853C4-E857-423D-AD45-FBB9E97E3A8F}">
      <dgm:prSet/>
      <dgm:spPr/>
      <dgm:t>
        <a:bodyPr/>
        <a:lstStyle/>
        <a:p>
          <a:endParaRPr lang="en-US"/>
        </a:p>
      </dgm:t>
    </dgm:pt>
    <dgm:pt modelId="{3B7A68EC-C734-48EC-8B69-90C118B0CCBE}" type="sibTrans" cxnId="{4C8853C4-E857-423D-AD45-FBB9E97E3A8F}">
      <dgm:prSet/>
      <dgm:spPr/>
      <dgm:t>
        <a:bodyPr/>
        <a:lstStyle/>
        <a:p>
          <a:endParaRPr lang="en-US"/>
        </a:p>
      </dgm:t>
    </dgm:pt>
    <dgm:pt modelId="{489DBAA3-185D-4E0F-A71C-D5443F6FA67D}">
      <dgm:prSet phldrT="[Texto]" custT="1"/>
      <dgm:spPr/>
      <dgm:t>
        <a:bodyPr/>
        <a:lstStyle/>
        <a:p>
          <a:r>
            <a:rPr lang="es-EC" sz="2400" dirty="0"/>
            <a:t>Variables tipo fecha: </a:t>
          </a:r>
          <a:r>
            <a:rPr lang="en-US" sz="2400" b="0" dirty="0" err="1"/>
            <a:t>earliest_cr_line</a:t>
          </a:r>
          <a:r>
            <a:rPr lang="en-US" sz="2400" b="0" dirty="0"/>
            <a:t>, </a:t>
          </a:r>
          <a:r>
            <a:rPr lang="en-US" sz="2400" b="0" dirty="0" err="1"/>
            <a:t>last_pymnt_d</a:t>
          </a:r>
          <a:endParaRPr lang="en-US" sz="2400" dirty="0"/>
        </a:p>
      </dgm:t>
    </dgm:pt>
    <dgm:pt modelId="{9EB5D946-C202-4518-A6A6-982B5F21BE0E}" type="parTrans" cxnId="{E9F92B65-BF2A-4CBA-ACA4-21BEED4DEF7D}">
      <dgm:prSet/>
      <dgm:spPr/>
      <dgm:t>
        <a:bodyPr/>
        <a:lstStyle/>
        <a:p>
          <a:endParaRPr lang="en-US"/>
        </a:p>
      </dgm:t>
    </dgm:pt>
    <dgm:pt modelId="{EA4ADA8F-6779-44AA-B78B-081740A1346A}" type="sibTrans" cxnId="{E9F92B65-BF2A-4CBA-ACA4-21BEED4DEF7D}">
      <dgm:prSet/>
      <dgm:spPr/>
      <dgm:t>
        <a:bodyPr/>
        <a:lstStyle/>
        <a:p>
          <a:endParaRPr lang="en-US"/>
        </a:p>
      </dgm:t>
    </dgm:pt>
    <dgm:pt modelId="{A2A130EB-B048-4FCD-8C51-D39C8C185764}">
      <dgm:prSet phldrT="[Texto]" custT="1"/>
      <dgm:spPr/>
      <dgm:t>
        <a:bodyPr/>
        <a:lstStyle/>
        <a:p>
          <a:r>
            <a:rPr lang="es-EC" sz="2400" dirty="0"/>
            <a:t>Variables </a:t>
          </a:r>
          <a:r>
            <a:rPr lang="es-EC" sz="2400" dirty="0" err="1"/>
            <a:t>float</a:t>
          </a:r>
          <a:r>
            <a:rPr lang="es-EC" sz="2400" dirty="0"/>
            <a:t> a </a:t>
          </a:r>
          <a:r>
            <a:rPr lang="es-EC" sz="2400" dirty="0" err="1"/>
            <a:t>int</a:t>
          </a:r>
          <a:r>
            <a:rPr lang="es-EC" sz="2400" dirty="0"/>
            <a:t>: </a:t>
          </a:r>
          <a:r>
            <a:rPr lang="en-US" sz="2400" b="0" i="0" dirty="0"/>
            <a:t>delinq_2yrs, </a:t>
          </a:r>
          <a:r>
            <a:rPr lang="en-US" sz="2400" b="0" i="0" dirty="0" err="1"/>
            <a:t>mths_since_last_delinq</a:t>
          </a:r>
          <a:endParaRPr lang="en-US" sz="2400" dirty="0"/>
        </a:p>
      </dgm:t>
    </dgm:pt>
    <dgm:pt modelId="{EE2077EE-C29A-4319-99FC-9971B2CC07E6}" type="parTrans" cxnId="{FD7D7935-199A-4254-A3D1-1F2812B885DD}">
      <dgm:prSet/>
      <dgm:spPr/>
      <dgm:t>
        <a:bodyPr/>
        <a:lstStyle/>
        <a:p>
          <a:endParaRPr lang="en-US"/>
        </a:p>
      </dgm:t>
    </dgm:pt>
    <dgm:pt modelId="{C8111A3D-3E34-418A-87DB-9E608D7A4711}" type="sibTrans" cxnId="{FD7D7935-199A-4254-A3D1-1F2812B885DD}">
      <dgm:prSet/>
      <dgm:spPr/>
      <dgm:t>
        <a:bodyPr/>
        <a:lstStyle/>
        <a:p>
          <a:endParaRPr lang="en-US"/>
        </a:p>
      </dgm:t>
    </dgm:pt>
    <dgm:pt modelId="{5762378A-C6DE-4C2F-A860-F068286FE35C}">
      <dgm:prSet phldrT="[Texto]" custT="1"/>
      <dgm:spPr/>
      <dgm:t>
        <a:bodyPr/>
        <a:lstStyle/>
        <a:p>
          <a:r>
            <a:rPr lang="es-EC" sz="2400" dirty="0"/>
            <a:t>Variables </a:t>
          </a:r>
          <a:r>
            <a:rPr lang="es-EC" sz="2400" dirty="0" err="1"/>
            <a:t>int</a:t>
          </a:r>
          <a:r>
            <a:rPr lang="es-EC" sz="2400" dirty="0"/>
            <a:t> a </a:t>
          </a:r>
          <a:r>
            <a:rPr lang="es-EC" sz="2400" dirty="0" err="1"/>
            <a:t>str</a:t>
          </a:r>
          <a:r>
            <a:rPr lang="es-EC" sz="2400" dirty="0"/>
            <a:t>: </a:t>
          </a:r>
          <a:r>
            <a:rPr lang="es-EC" sz="2400" dirty="0" err="1"/>
            <a:t>id_cliente</a:t>
          </a:r>
          <a:endParaRPr lang="en-US" sz="2400" dirty="0"/>
        </a:p>
      </dgm:t>
    </dgm:pt>
    <dgm:pt modelId="{C8A86F1E-9DA9-446B-A07D-0F51C46F1017}" type="parTrans" cxnId="{2285F6DA-F5BF-4867-9B86-8B7FC9B0CC35}">
      <dgm:prSet/>
      <dgm:spPr/>
      <dgm:t>
        <a:bodyPr/>
        <a:lstStyle/>
        <a:p>
          <a:endParaRPr lang="en-US"/>
        </a:p>
      </dgm:t>
    </dgm:pt>
    <dgm:pt modelId="{F4746124-1159-4555-B3CD-C233C08A1444}" type="sibTrans" cxnId="{2285F6DA-F5BF-4867-9B86-8B7FC9B0CC35}">
      <dgm:prSet/>
      <dgm:spPr/>
      <dgm:t>
        <a:bodyPr/>
        <a:lstStyle/>
        <a:p>
          <a:endParaRPr lang="en-US"/>
        </a:p>
      </dgm:t>
    </dgm:pt>
    <dgm:pt modelId="{5A0742A2-3474-4AB4-8791-76EAB51234CD}">
      <dgm:prSet phldrT="[Texto]" custT="1"/>
      <dgm:spPr/>
      <dgm:t>
        <a:bodyPr/>
        <a:lstStyle/>
        <a:p>
          <a:r>
            <a:rPr lang="es-EC" sz="3200" b="1" dirty="0"/>
            <a:t>Matriz de correlación</a:t>
          </a:r>
          <a:endParaRPr lang="en-US" sz="3200" b="1" dirty="0"/>
        </a:p>
      </dgm:t>
    </dgm:pt>
    <dgm:pt modelId="{0E7AB341-1742-4DFD-84A4-F4BA8512E10D}" type="parTrans" cxnId="{F06B250A-7D39-4490-9BA5-71FFA75BFCEC}">
      <dgm:prSet/>
      <dgm:spPr/>
      <dgm:t>
        <a:bodyPr/>
        <a:lstStyle/>
        <a:p>
          <a:endParaRPr lang="en-US"/>
        </a:p>
      </dgm:t>
    </dgm:pt>
    <dgm:pt modelId="{042DDBE5-2338-48CA-88A2-2FC5BFEC9DA7}" type="sibTrans" cxnId="{F06B250A-7D39-4490-9BA5-71FFA75BFCEC}">
      <dgm:prSet/>
      <dgm:spPr/>
      <dgm:t>
        <a:bodyPr/>
        <a:lstStyle/>
        <a:p>
          <a:endParaRPr lang="en-US"/>
        </a:p>
      </dgm:t>
    </dgm:pt>
    <dgm:pt modelId="{08195D9C-6A72-4D0C-9770-5D3F544891AA}">
      <dgm:prSet phldrT="[Texto]" custT="1"/>
      <dgm:spPr/>
      <dgm:t>
        <a:bodyPr/>
        <a:lstStyle/>
        <a:p>
          <a:r>
            <a:rPr lang="es-EC" sz="2400" dirty="0"/>
            <a:t>Variables continuas con correlación alta: </a:t>
          </a:r>
          <a:r>
            <a:rPr lang="es-EC" sz="2400" dirty="0" err="1"/>
            <a:t>installment</a:t>
          </a:r>
          <a:r>
            <a:rPr lang="es-EC" sz="2400" dirty="0"/>
            <a:t> y </a:t>
          </a:r>
          <a:r>
            <a:rPr lang="es-EC" sz="2400" dirty="0" err="1"/>
            <a:t>loan_amnt</a:t>
          </a:r>
          <a:endParaRPr lang="en-US" sz="2400" dirty="0"/>
        </a:p>
      </dgm:t>
    </dgm:pt>
    <dgm:pt modelId="{095E3461-5E6E-4502-963F-2398C788975E}" type="parTrans" cxnId="{72412721-B673-43B4-A247-1C9003B94D13}">
      <dgm:prSet/>
      <dgm:spPr/>
      <dgm:t>
        <a:bodyPr/>
        <a:lstStyle/>
        <a:p>
          <a:endParaRPr lang="en-US"/>
        </a:p>
      </dgm:t>
    </dgm:pt>
    <dgm:pt modelId="{B032E9CA-F421-4631-AB5F-0A59217CBBEA}" type="sibTrans" cxnId="{72412721-B673-43B4-A247-1C9003B94D13}">
      <dgm:prSet/>
      <dgm:spPr/>
      <dgm:t>
        <a:bodyPr/>
        <a:lstStyle/>
        <a:p>
          <a:endParaRPr lang="en-US"/>
        </a:p>
      </dgm:t>
    </dgm:pt>
    <dgm:pt modelId="{92572994-CCB4-4ADE-B4E4-DD408A59BD1E}">
      <dgm:prSet phldrT="[Texto]" custT="1"/>
      <dgm:spPr/>
      <dgm:t>
        <a:bodyPr/>
        <a:lstStyle/>
        <a:p>
          <a:r>
            <a:rPr lang="es-EC" sz="2400" dirty="0"/>
            <a:t>Se eliminó </a:t>
          </a:r>
          <a:r>
            <a:rPr lang="es-EC" sz="2400" dirty="0" err="1"/>
            <a:t>installment</a:t>
          </a:r>
          <a:endParaRPr lang="en-US" sz="2400" dirty="0"/>
        </a:p>
      </dgm:t>
    </dgm:pt>
    <dgm:pt modelId="{CDE77653-688E-4EC7-8465-640109D6D5E4}" type="parTrans" cxnId="{23C0B3E0-F05C-47BD-91AC-D81FE471827D}">
      <dgm:prSet/>
      <dgm:spPr/>
      <dgm:t>
        <a:bodyPr/>
        <a:lstStyle/>
        <a:p>
          <a:endParaRPr lang="en-US"/>
        </a:p>
      </dgm:t>
    </dgm:pt>
    <dgm:pt modelId="{7680E731-6BE3-4E13-A67E-7817225E3B1A}" type="sibTrans" cxnId="{23C0B3E0-F05C-47BD-91AC-D81FE471827D}">
      <dgm:prSet/>
      <dgm:spPr/>
      <dgm:t>
        <a:bodyPr/>
        <a:lstStyle/>
        <a:p>
          <a:endParaRPr lang="en-US"/>
        </a:p>
      </dgm:t>
    </dgm:pt>
    <dgm:pt modelId="{CA99829B-4E77-46A1-9251-C42306404C30}" type="pres">
      <dgm:prSet presAssocID="{3BFB76D2-C179-41AA-BF00-5A90AF40C6B9}" presName="Name0" presStyleCnt="0">
        <dgm:presLayoutVars>
          <dgm:dir/>
          <dgm:animLvl val="lvl"/>
          <dgm:resizeHandles/>
        </dgm:presLayoutVars>
      </dgm:prSet>
      <dgm:spPr/>
    </dgm:pt>
    <dgm:pt modelId="{C405BDDE-9914-4A9E-A3DE-3B9C0D50FC48}" type="pres">
      <dgm:prSet presAssocID="{EA29F305-6D40-455F-BAE8-1DC9801E80BD}" presName="linNode" presStyleCnt="0"/>
      <dgm:spPr/>
    </dgm:pt>
    <dgm:pt modelId="{7F19D2DA-C675-4B2E-B443-D4A6AE63B128}" type="pres">
      <dgm:prSet presAssocID="{EA29F305-6D40-455F-BAE8-1DC9801E80BD}" presName="parentShp" presStyleLbl="node1" presStyleIdx="0" presStyleCnt="4" custScaleX="84305">
        <dgm:presLayoutVars>
          <dgm:bulletEnabled val="1"/>
        </dgm:presLayoutVars>
      </dgm:prSet>
      <dgm:spPr/>
    </dgm:pt>
    <dgm:pt modelId="{5FEDCE33-B096-4EFF-B7C0-E0F58640E2E3}" type="pres">
      <dgm:prSet presAssocID="{EA29F305-6D40-455F-BAE8-1DC9801E80BD}" presName="childShp" presStyleLbl="bgAccFollowNode1" presStyleIdx="0" presStyleCnt="4" custLinFactNeighborX="-224" custLinFactNeighborY="-126">
        <dgm:presLayoutVars>
          <dgm:bulletEnabled val="1"/>
        </dgm:presLayoutVars>
      </dgm:prSet>
      <dgm:spPr/>
    </dgm:pt>
    <dgm:pt modelId="{1F03B9E8-E479-4CD0-8032-B727A3AA4DC1}" type="pres">
      <dgm:prSet presAssocID="{3FC4E8D3-80ED-497D-A5B4-90F518114F1B}" presName="spacing" presStyleCnt="0"/>
      <dgm:spPr/>
    </dgm:pt>
    <dgm:pt modelId="{D39BDCA1-30B4-4F4A-BCAF-09B8DCA1FBC4}" type="pres">
      <dgm:prSet presAssocID="{12D5B6D0-8FDB-4EC6-82B2-1F8C883BEFE1}" presName="linNode" presStyleCnt="0"/>
      <dgm:spPr/>
    </dgm:pt>
    <dgm:pt modelId="{C85AF3BC-C93B-461B-8A16-2121BF188EE0}" type="pres">
      <dgm:prSet presAssocID="{12D5B6D0-8FDB-4EC6-82B2-1F8C883BEFE1}" presName="parentShp" presStyleLbl="node1" presStyleIdx="1" presStyleCnt="4" custScaleX="84305">
        <dgm:presLayoutVars>
          <dgm:bulletEnabled val="1"/>
        </dgm:presLayoutVars>
      </dgm:prSet>
      <dgm:spPr/>
    </dgm:pt>
    <dgm:pt modelId="{D04E1985-8A07-4276-9A33-8E30CBFBFE91}" type="pres">
      <dgm:prSet presAssocID="{12D5B6D0-8FDB-4EC6-82B2-1F8C883BEFE1}" presName="childShp" presStyleLbl="bgAccFollowNode1" presStyleIdx="1" presStyleCnt="4">
        <dgm:presLayoutVars>
          <dgm:bulletEnabled val="1"/>
        </dgm:presLayoutVars>
      </dgm:prSet>
      <dgm:spPr/>
    </dgm:pt>
    <dgm:pt modelId="{57E2E4EF-7AC4-477D-8D3E-C4D4D410538E}" type="pres">
      <dgm:prSet presAssocID="{3B7A68EC-C734-48EC-8B69-90C118B0CCBE}" presName="spacing" presStyleCnt="0"/>
      <dgm:spPr/>
    </dgm:pt>
    <dgm:pt modelId="{9CAE9185-958F-4516-BDF7-EEADFCC5DB26}" type="pres">
      <dgm:prSet presAssocID="{6EE576A5-7FC8-4148-A55E-3CBBFCD443E9}" presName="linNode" presStyleCnt="0"/>
      <dgm:spPr/>
    </dgm:pt>
    <dgm:pt modelId="{7B0A56D3-4C28-4E92-843E-B96E60351EDC}" type="pres">
      <dgm:prSet presAssocID="{6EE576A5-7FC8-4148-A55E-3CBBFCD443E9}" presName="parentShp" presStyleLbl="node1" presStyleIdx="2" presStyleCnt="4" custScaleX="84305">
        <dgm:presLayoutVars>
          <dgm:bulletEnabled val="1"/>
        </dgm:presLayoutVars>
      </dgm:prSet>
      <dgm:spPr/>
    </dgm:pt>
    <dgm:pt modelId="{0969FCA7-77F9-4191-B56E-4824F35D4D0A}" type="pres">
      <dgm:prSet presAssocID="{6EE576A5-7FC8-4148-A55E-3CBBFCD443E9}" presName="childShp" presStyleLbl="bgAccFollowNode1" presStyleIdx="2" presStyleCnt="4">
        <dgm:presLayoutVars>
          <dgm:bulletEnabled val="1"/>
        </dgm:presLayoutVars>
      </dgm:prSet>
      <dgm:spPr/>
    </dgm:pt>
    <dgm:pt modelId="{DE46FAFA-FF37-44E3-8906-5206EFE8180C}" type="pres">
      <dgm:prSet presAssocID="{BD750841-49F0-4612-AA4E-A7DB5834F2CE}" presName="spacing" presStyleCnt="0"/>
      <dgm:spPr/>
    </dgm:pt>
    <dgm:pt modelId="{8F93810A-7BE8-4457-B9B2-657324842C6D}" type="pres">
      <dgm:prSet presAssocID="{5A0742A2-3474-4AB4-8791-76EAB51234CD}" presName="linNode" presStyleCnt="0"/>
      <dgm:spPr/>
    </dgm:pt>
    <dgm:pt modelId="{5B34C526-B559-402F-A095-1D6E274DDCDE}" type="pres">
      <dgm:prSet presAssocID="{5A0742A2-3474-4AB4-8791-76EAB51234CD}" presName="parentShp" presStyleLbl="node1" presStyleIdx="3" presStyleCnt="4" custScaleX="84305">
        <dgm:presLayoutVars>
          <dgm:bulletEnabled val="1"/>
        </dgm:presLayoutVars>
      </dgm:prSet>
      <dgm:spPr/>
    </dgm:pt>
    <dgm:pt modelId="{28A7E5BD-77B0-4EBF-994F-75996B06EB5F}" type="pres">
      <dgm:prSet presAssocID="{5A0742A2-3474-4AB4-8791-76EAB51234CD}" presName="childShp" presStyleLbl="bgAccFollowNode1" presStyleIdx="3" presStyleCnt="4">
        <dgm:presLayoutVars>
          <dgm:bulletEnabled val="1"/>
        </dgm:presLayoutVars>
      </dgm:prSet>
      <dgm:spPr/>
    </dgm:pt>
  </dgm:ptLst>
  <dgm:cxnLst>
    <dgm:cxn modelId="{F06B250A-7D39-4490-9BA5-71FFA75BFCEC}" srcId="{3BFB76D2-C179-41AA-BF00-5A90AF40C6B9}" destId="{5A0742A2-3474-4AB4-8791-76EAB51234CD}" srcOrd="3" destOrd="0" parTransId="{0E7AB341-1742-4DFD-84A4-F4BA8512E10D}" sibTransId="{042DDBE5-2338-48CA-88A2-2FC5BFEC9DA7}"/>
    <dgm:cxn modelId="{5917C314-66FA-48F2-80E3-701688C3B636}" srcId="{6EE576A5-7FC8-4148-A55E-3CBBFCD443E9}" destId="{53752727-69C0-49CC-8D95-D6BCEB0F6D03}" srcOrd="0" destOrd="0" parTransId="{1DA9420A-A671-42AE-BE49-3ABC6BAA9D9B}" sibTransId="{577A56E0-F532-47D6-96ED-E881438F440D}"/>
    <dgm:cxn modelId="{A9E97A20-2877-471D-85C8-2F3A0AC3F7E6}" srcId="{6EE576A5-7FC8-4148-A55E-3CBBFCD443E9}" destId="{FFE4105E-EECC-4DCD-920C-9358C748CD03}" srcOrd="1" destOrd="0" parTransId="{CB1A003A-668D-4B00-B2FA-1EB7A6D95AB9}" sibTransId="{98B11CB0-9D6F-4B83-B4DF-13BCCB533920}"/>
    <dgm:cxn modelId="{72412721-B673-43B4-A247-1C9003B94D13}" srcId="{5A0742A2-3474-4AB4-8791-76EAB51234CD}" destId="{08195D9C-6A72-4D0C-9770-5D3F544891AA}" srcOrd="0" destOrd="0" parTransId="{095E3461-5E6E-4502-963F-2398C788975E}" sibTransId="{B032E9CA-F421-4631-AB5F-0A59217CBBEA}"/>
    <dgm:cxn modelId="{FD7D7935-199A-4254-A3D1-1F2812B885DD}" srcId="{12D5B6D0-8FDB-4EC6-82B2-1F8C883BEFE1}" destId="{A2A130EB-B048-4FCD-8C51-D39C8C185764}" srcOrd="1" destOrd="0" parTransId="{EE2077EE-C29A-4319-99FC-9971B2CC07E6}" sibTransId="{C8111A3D-3E34-418A-87DB-9E608D7A4711}"/>
    <dgm:cxn modelId="{E07B0963-2FD7-49B2-91FC-B88BF57A438E}" type="presOf" srcId="{82E4B60A-D814-4852-BD0A-96ED15372105}" destId="{5FEDCE33-B096-4EFF-B7C0-E0F58640E2E3}" srcOrd="0" destOrd="0" presId="urn:microsoft.com/office/officeart/2005/8/layout/vList6"/>
    <dgm:cxn modelId="{E9F92B65-BF2A-4CBA-ACA4-21BEED4DEF7D}" srcId="{12D5B6D0-8FDB-4EC6-82B2-1F8C883BEFE1}" destId="{489DBAA3-185D-4E0F-A71C-D5443F6FA67D}" srcOrd="0" destOrd="0" parTransId="{9EB5D946-C202-4518-A6A6-982B5F21BE0E}" sibTransId="{EA4ADA8F-6779-44AA-B78B-081740A1346A}"/>
    <dgm:cxn modelId="{C2F40A6D-C976-49A5-82F5-4DBEA215D2BB}" type="presOf" srcId="{EA29F305-6D40-455F-BAE8-1DC9801E80BD}" destId="{7F19D2DA-C675-4B2E-B443-D4A6AE63B128}" srcOrd="0" destOrd="0" presId="urn:microsoft.com/office/officeart/2005/8/layout/vList6"/>
    <dgm:cxn modelId="{C8510650-E6C5-49BF-8008-B44A9B300F26}" type="presOf" srcId="{5A0742A2-3474-4AB4-8791-76EAB51234CD}" destId="{5B34C526-B559-402F-A095-1D6E274DDCDE}" srcOrd="0" destOrd="0" presId="urn:microsoft.com/office/officeart/2005/8/layout/vList6"/>
    <dgm:cxn modelId="{82267751-6D4F-4C4A-B993-06F78256C192}" type="presOf" srcId="{12D5B6D0-8FDB-4EC6-82B2-1F8C883BEFE1}" destId="{C85AF3BC-C93B-461B-8A16-2121BF188EE0}" srcOrd="0" destOrd="0" presId="urn:microsoft.com/office/officeart/2005/8/layout/vList6"/>
    <dgm:cxn modelId="{D81DFF59-6CDD-40E5-A202-C452222DD220}" srcId="{3BFB76D2-C179-41AA-BF00-5A90AF40C6B9}" destId="{EA29F305-6D40-455F-BAE8-1DC9801E80BD}" srcOrd="0" destOrd="0" parTransId="{984BDBC4-9331-481B-9F83-B70C0E69A6C1}" sibTransId="{3FC4E8D3-80ED-497D-A5B4-90F518114F1B}"/>
    <dgm:cxn modelId="{44AE9384-0482-4949-9F0B-E4CF2E906BC1}" type="presOf" srcId="{08195D9C-6A72-4D0C-9770-5D3F544891AA}" destId="{28A7E5BD-77B0-4EBF-994F-75996B06EB5F}" srcOrd="0" destOrd="0" presId="urn:microsoft.com/office/officeart/2005/8/layout/vList6"/>
    <dgm:cxn modelId="{8B109185-8BE8-4D05-B0E8-9FB5199171C8}" srcId="{3BFB76D2-C179-41AA-BF00-5A90AF40C6B9}" destId="{6EE576A5-7FC8-4148-A55E-3CBBFCD443E9}" srcOrd="2" destOrd="0" parTransId="{88F924FB-57E5-4AFB-8E7C-36924DD07C67}" sibTransId="{BD750841-49F0-4612-AA4E-A7DB5834F2CE}"/>
    <dgm:cxn modelId="{AB99F189-D8DE-4697-B684-3F9C4D2A5E52}" type="presOf" srcId="{3BFB76D2-C179-41AA-BF00-5A90AF40C6B9}" destId="{CA99829B-4E77-46A1-9251-C42306404C30}" srcOrd="0" destOrd="0" presId="urn:microsoft.com/office/officeart/2005/8/layout/vList6"/>
    <dgm:cxn modelId="{F64B2FB2-6F5D-4EC1-BA0C-73CFE61C9F52}" srcId="{EA29F305-6D40-455F-BAE8-1DC9801E80BD}" destId="{82E4B60A-D814-4852-BD0A-96ED15372105}" srcOrd="0" destOrd="0" parTransId="{1B6EDBB3-CAA7-41EC-ABAF-0D850CC6B4D7}" sibTransId="{6529194E-0A1F-4264-9BBE-A0A89EBA7F1F}"/>
    <dgm:cxn modelId="{458AD6B7-4BF0-4893-BB36-F7FDE2C70261}" type="presOf" srcId="{6EE576A5-7FC8-4148-A55E-3CBBFCD443E9}" destId="{7B0A56D3-4C28-4E92-843E-B96E60351EDC}" srcOrd="0" destOrd="0" presId="urn:microsoft.com/office/officeart/2005/8/layout/vList6"/>
    <dgm:cxn modelId="{4C8853C4-E857-423D-AD45-FBB9E97E3A8F}" srcId="{3BFB76D2-C179-41AA-BF00-5A90AF40C6B9}" destId="{12D5B6D0-8FDB-4EC6-82B2-1F8C883BEFE1}" srcOrd="1" destOrd="0" parTransId="{ED12ECB3-7794-4746-9AE8-1EF166631DB3}" sibTransId="{3B7A68EC-C734-48EC-8B69-90C118B0CCBE}"/>
    <dgm:cxn modelId="{186E64C5-83ED-4E78-BE89-A336771A288F}" type="presOf" srcId="{A2A130EB-B048-4FCD-8C51-D39C8C185764}" destId="{D04E1985-8A07-4276-9A33-8E30CBFBFE91}" srcOrd="0" destOrd="1" presId="urn:microsoft.com/office/officeart/2005/8/layout/vList6"/>
    <dgm:cxn modelId="{ACBFE5D2-FB18-4A33-B57E-175973B30620}" type="presOf" srcId="{FFE4105E-EECC-4DCD-920C-9358C748CD03}" destId="{0969FCA7-77F9-4191-B56E-4824F35D4D0A}" srcOrd="0" destOrd="1" presId="urn:microsoft.com/office/officeart/2005/8/layout/vList6"/>
    <dgm:cxn modelId="{3B8357D9-61D8-48E3-97BD-396C0D947F58}" type="presOf" srcId="{92572994-CCB4-4ADE-B4E4-DD408A59BD1E}" destId="{28A7E5BD-77B0-4EBF-994F-75996B06EB5F}" srcOrd="0" destOrd="1" presId="urn:microsoft.com/office/officeart/2005/8/layout/vList6"/>
    <dgm:cxn modelId="{2285F6DA-F5BF-4867-9B86-8B7FC9B0CC35}" srcId="{12D5B6D0-8FDB-4EC6-82B2-1F8C883BEFE1}" destId="{5762378A-C6DE-4C2F-A860-F068286FE35C}" srcOrd="2" destOrd="0" parTransId="{C8A86F1E-9DA9-446B-A07D-0F51C46F1017}" sibTransId="{F4746124-1159-4555-B3CD-C233C08A1444}"/>
    <dgm:cxn modelId="{EEAF3EE0-834A-4304-848F-220DD61F5F22}" type="presOf" srcId="{53752727-69C0-49CC-8D95-D6BCEB0F6D03}" destId="{0969FCA7-77F9-4191-B56E-4824F35D4D0A}" srcOrd="0" destOrd="0" presId="urn:microsoft.com/office/officeart/2005/8/layout/vList6"/>
    <dgm:cxn modelId="{23C0B3E0-F05C-47BD-91AC-D81FE471827D}" srcId="{5A0742A2-3474-4AB4-8791-76EAB51234CD}" destId="{92572994-CCB4-4ADE-B4E4-DD408A59BD1E}" srcOrd="1" destOrd="0" parTransId="{CDE77653-688E-4EC7-8465-640109D6D5E4}" sibTransId="{7680E731-6BE3-4E13-A67E-7817225E3B1A}"/>
    <dgm:cxn modelId="{ADF4ADEA-0920-43F8-A25E-E3B087D5EB48}" type="presOf" srcId="{5762378A-C6DE-4C2F-A860-F068286FE35C}" destId="{D04E1985-8A07-4276-9A33-8E30CBFBFE91}" srcOrd="0" destOrd="2" presId="urn:microsoft.com/office/officeart/2005/8/layout/vList6"/>
    <dgm:cxn modelId="{66F2FBEB-71B9-4AC6-90F1-8F40BF180064}" type="presOf" srcId="{489DBAA3-185D-4E0F-A71C-D5443F6FA67D}" destId="{D04E1985-8A07-4276-9A33-8E30CBFBFE91}" srcOrd="0" destOrd="0" presId="urn:microsoft.com/office/officeart/2005/8/layout/vList6"/>
    <dgm:cxn modelId="{ADD4D799-7CF2-4680-8E33-44514C172FD7}" type="presParOf" srcId="{CA99829B-4E77-46A1-9251-C42306404C30}" destId="{C405BDDE-9914-4A9E-A3DE-3B9C0D50FC48}" srcOrd="0" destOrd="0" presId="urn:microsoft.com/office/officeart/2005/8/layout/vList6"/>
    <dgm:cxn modelId="{4932F7A4-43DD-4646-B8DB-18766E3E9F36}" type="presParOf" srcId="{C405BDDE-9914-4A9E-A3DE-3B9C0D50FC48}" destId="{7F19D2DA-C675-4B2E-B443-D4A6AE63B128}" srcOrd="0" destOrd="0" presId="urn:microsoft.com/office/officeart/2005/8/layout/vList6"/>
    <dgm:cxn modelId="{6C7AAEEC-57B5-498B-B60D-78DF8836055C}" type="presParOf" srcId="{C405BDDE-9914-4A9E-A3DE-3B9C0D50FC48}" destId="{5FEDCE33-B096-4EFF-B7C0-E0F58640E2E3}" srcOrd="1" destOrd="0" presId="urn:microsoft.com/office/officeart/2005/8/layout/vList6"/>
    <dgm:cxn modelId="{2DD2A681-482F-4E98-9BC7-0EA8C3E6534E}" type="presParOf" srcId="{CA99829B-4E77-46A1-9251-C42306404C30}" destId="{1F03B9E8-E479-4CD0-8032-B727A3AA4DC1}" srcOrd="1" destOrd="0" presId="urn:microsoft.com/office/officeart/2005/8/layout/vList6"/>
    <dgm:cxn modelId="{1AA22EFD-B1FE-49B7-BC86-F27B641D5B8C}" type="presParOf" srcId="{CA99829B-4E77-46A1-9251-C42306404C30}" destId="{D39BDCA1-30B4-4F4A-BCAF-09B8DCA1FBC4}" srcOrd="2" destOrd="0" presId="urn:microsoft.com/office/officeart/2005/8/layout/vList6"/>
    <dgm:cxn modelId="{BFCD9285-A20A-4CB9-AF5E-DD817BB027A7}" type="presParOf" srcId="{D39BDCA1-30B4-4F4A-BCAF-09B8DCA1FBC4}" destId="{C85AF3BC-C93B-461B-8A16-2121BF188EE0}" srcOrd="0" destOrd="0" presId="urn:microsoft.com/office/officeart/2005/8/layout/vList6"/>
    <dgm:cxn modelId="{CF9022F7-F5DD-4F3C-87A4-AA59C0ED0DB9}" type="presParOf" srcId="{D39BDCA1-30B4-4F4A-BCAF-09B8DCA1FBC4}" destId="{D04E1985-8A07-4276-9A33-8E30CBFBFE91}" srcOrd="1" destOrd="0" presId="urn:microsoft.com/office/officeart/2005/8/layout/vList6"/>
    <dgm:cxn modelId="{13608202-EA8F-4043-9453-2C84B6BB4053}" type="presParOf" srcId="{CA99829B-4E77-46A1-9251-C42306404C30}" destId="{57E2E4EF-7AC4-477D-8D3E-C4D4D410538E}" srcOrd="3" destOrd="0" presId="urn:microsoft.com/office/officeart/2005/8/layout/vList6"/>
    <dgm:cxn modelId="{7492A280-9C4F-4DB0-965C-7A3C9AF62182}" type="presParOf" srcId="{CA99829B-4E77-46A1-9251-C42306404C30}" destId="{9CAE9185-958F-4516-BDF7-EEADFCC5DB26}" srcOrd="4" destOrd="0" presId="urn:microsoft.com/office/officeart/2005/8/layout/vList6"/>
    <dgm:cxn modelId="{31A79A30-4981-47E2-BEE0-FC4850A5C6FD}" type="presParOf" srcId="{9CAE9185-958F-4516-BDF7-EEADFCC5DB26}" destId="{7B0A56D3-4C28-4E92-843E-B96E60351EDC}" srcOrd="0" destOrd="0" presId="urn:microsoft.com/office/officeart/2005/8/layout/vList6"/>
    <dgm:cxn modelId="{F9DA7443-080F-4FEB-8FDF-432351F469A1}" type="presParOf" srcId="{9CAE9185-958F-4516-BDF7-EEADFCC5DB26}" destId="{0969FCA7-77F9-4191-B56E-4824F35D4D0A}" srcOrd="1" destOrd="0" presId="urn:microsoft.com/office/officeart/2005/8/layout/vList6"/>
    <dgm:cxn modelId="{496FB0FC-D91A-40E5-B38C-00DA95F18AA7}" type="presParOf" srcId="{CA99829B-4E77-46A1-9251-C42306404C30}" destId="{DE46FAFA-FF37-44E3-8906-5206EFE8180C}" srcOrd="5" destOrd="0" presId="urn:microsoft.com/office/officeart/2005/8/layout/vList6"/>
    <dgm:cxn modelId="{49781C56-764B-49A2-853D-C0226755C047}" type="presParOf" srcId="{CA99829B-4E77-46A1-9251-C42306404C30}" destId="{8F93810A-7BE8-4457-B9B2-657324842C6D}" srcOrd="6" destOrd="0" presId="urn:microsoft.com/office/officeart/2005/8/layout/vList6"/>
    <dgm:cxn modelId="{E01743D4-6063-4989-AC85-225B7DBE108B}" type="presParOf" srcId="{8F93810A-7BE8-4457-B9B2-657324842C6D}" destId="{5B34C526-B559-402F-A095-1D6E274DDCDE}" srcOrd="0" destOrd="0" presId="urn:microsoft.com/office/officeart/2005/8/layout/vList6"/>
    <dgm:cxn modelId="{1248B4B6-A009-462B-AB53-FDCE05E46BD7}" type="presParOf" srcId="{8F93810A-7BE8-4457-B9B2-657324842C6D}" destId="{28A7E5BD-77B0-4EBF-994F-75996B06EB5F}" srcOrd="1" destOrd="0" presId="urn:microsoft.com/office/officeart/2005/8/layout/vList6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C52B60E-C306-4082-AB03-3CFBFE4CE0C7}">
      <dsp:nvSpPr>
        <dsp:cNvPr id="0" name=""/>
        <dsp:cNvSpPr/>
      </dsp:nvSpPr>
      <dsp:spPr>
        <a:xfrm>
          <a:off x="1953" y="0"/>
          <a:ext cx="5078759" cy="680720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2880" tIns="182880" rIns="182880" bIns="18288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C" sz="4800" b="1" kern="1200" dirty="0"/>
            <a:t>Características de los datos</a:t>
          </a:r>
          <a:endParaRPr lang="en-US" sz="4800" b="1" kern="1200" dirty="0"/>
        </a:p>
      </dsp:txBody>
      <dsp:txXfrm>
        <a:off x="1953" y="0"/>
        <a:ext cx="5078759" cy="2042160"/>
      </dsp:txXfrm>
    </dsp:sp>
    <dsp:sp modelId="{8D7C62D2-41DA-47E0-BC9F-95BD7A120760}">
      <dsp:nvSpPr>
        <dsp:cNvPr id="0" name=""/>
        <dsp:cNvSpPr/>
      </dsp:nvSpPr>
      <dsp:spPr>
        <a:xfrm>
          <a:off x="509829" y="2042741"/>
          <a:ext cx="4063007" cy="133734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45720" rIns="60960" bIns="4572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📊 </a:t>
          </a:r>
          <a:r>
            <a:rPr lang="es-EC" sz="2400" kern="1200" dirty="0"/>
            <a:t>Datos históricos de préstamos</a:t>
          </a:r>
        </a:p>
      </dsp:txBody>
      <dsp:txXfrm>
        <a:off x="548998" y="2081910"/>
        <a:ext cx="3984669" cy="1259004"/>
      </dsp:txXfrm>
    </dsp:sp>
    <dsp:sp modelId="{B2334261-509C-4A3E-AA25-451BAC207718}">
      <dsp:nvSpPr>
        <dsp:cNvPr id="0" name=""/>
        <dsp:cNvSpPr/>
      </dsp:nvSpPr>
      <dsp:spPr>
        <a:xfrm>
          <a:off x="509829" y="3585828"/>
          <a:ext cx="4063007" cy="133734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45720" rIns="60960" bIns="4572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🏦 I</a:t>
          </a:r>
          <a:r>
            <a:rPr lang="es-EC" sz="2400" kern="1200" dirty="0"/>
            <a:t>nformación financiera y del cliente</a:t>
          </a:r>
          <a:endParaRPr lang="en-US" sz="2400" kern="1200" dirty="0"/>
        </a:p>
      </dsp:txBody>
      <dsp:txXfrm>
        <a:off x="548998" y="3624997"/>
        <a:ext cx="3984669" cy="1259004"/>
      </dsp:txXfrm>
    </dsp:sp>
    <dsp:sp modelId="{E11C4FB5-1D17-4F37-BF84-7CBF566DB0AF}">
      <dsp:nvSpPr>
        <dsp:cNvPr id="0" name=""/>
        <dsp:cNvSpPr/>
      </dsp:nvSpPr>
      <dsp:spPr>
        <a:xfrm>
          <a:off x="509829" y="5128916"/>
          <a:ext cx="4063007" cy="133734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45720" rIns="60960" bIns="4572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📁 </a:t>
          </a:r>
          <a:r>
            <a:rPr lang="en-US" sz="2400" kern="1200" dirty="0" err="1"/>
            <a:t>Cada</a:t>
          </a:r>
          <a:r>
            <a:rPr lang="en-US" sz="2400" kern="1200" dirty="0"/>
            <a:t> registro </a:t>
          </a:r>
          <a:r>
            <a:rPr lang="en-US" sz="2400" kern="1200" dirty="0" err="1"/>
            <a:t>representa</a:t>
          </a:r>
          <a:r>
            <a:rPr lang="en-US" sz="2400" kern="1200" dirty="0"/>
            <a:t> un </a:t>
          </a:r>
          <a:r>
            <a:rPr lang="en-US" sz="2400" kern="1200" dirty="0" err="1"/>
            <a:t>crédito</a:t>
          </a:r>
          <a:endParaRPr lang="en-US" sz="2400" kern="1200" dirty="0"/>
        </a:p>
      </dsp:txBody>
      <dsp:txXfrm>
        <a:off x="548998" y="5168085"/>
        <a:ext cx="3984669" cy="1259004"/>
      </dsp:txXfrm>
    </dsp:sp>
    <dsp:sp modelId="{8A90366C-4345-4956-A3CF-77BAEACC91FC}">
      <dsp:nvSpPr>
        <dsp:cNvPr id="0" name=""/>
        <dsp:cNvSpPr/>
      </dsp:nvSpPr>
      <dsp:spPr>
        <a:xfrm>
          <a:off x="5461620" y="0"/>
          <a:ext cx="5078759" cy="680720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2880" tIns="182880" rIns="182880" bIns="18288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C" sz="4800" b="1" kern="1200" dirty="0"/>
            <a:t>Variables principales</a:t>
          </a:r>
          <a:endParaRPr lang="en-US" sz="4800" b="1" kern="1200" dirty="0"/>
        </a:p>
      </dsp:txBody>
      <dsp:txXfrm>
        <a:off x="5461620" y="0"/>
        <a:ext cx="5078759" cy="2042160"/>
      </dsp:txXfrm>
    </dsp:sp>
    <dsp:sp modelId="{2AB775E2-CEE6-45FE-9734-E9056695ACFB}">
      <dsp:nvSpPr>
        <dsp:cNvPr id="0" name=""/>
        <dsp:cNvSpPr/>
      </dsp:nvSpPr>
      <dsp:spPr>
        <a:xfrm>
          <a:off x="5969496" y="2043447"/>
          <a:ext cx="4063007" cy="78749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45720" rIns="60960" bIns="4572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💰 </a:t>
          </a:r>
          <a:r>
            <a:rPr lang="en-US" sz="2400" kern="1200" dirty="0" err="1"/>
            <a:t>loan_amnt</a:t>
          </a:r>
          <a:r>
            <a:rPr lang="en-US" sz="2400" kern="1200" dirty="0"/>
            <a:t> - </a:t>
          </a:r>
          <a:r>
            <a:rPr lang="en-US" sz="2400" kern="1200" dirty="0" err="1"/>
            <a:t>monto</a:t>
          </a:r>
          <a:r>
            <a:rPr lang="en-US" sz="2400" kern="1200" dirty="0"/>
            <a:t> del </a:t>
          </a:r>
          <a:r>
            <a:rPr lang="en-US" sz="2400" kern="1200" dirty="0" err="1"/>
            <a:t>préstamo</a:t>
          </a:r>
          <a:endParaRPr lang="en-US" sz="2400" kern="1200" dirty="0"/>
        </a:p>
      </dsp:txBody>
      <dsp:txXfrm>
        <a:off x="5992561" y="2066512"/>
        <a:ext cx="4016877" cy="741367"/>
      </dsp:txXfrm>
    </dsp:sp>
    <dsp:sp modelId="{431BD5C7-3615-4691-9868-DF9530F2DBCD}">
      <dsp:nvSpPr>
        <dsp:cNvPr id="0" name=""/>
        <dsp:cNvSpPr/>
      </dsp:nvSpPr>
      <dsp:spPr>
        <a:xfrm>
          <a:off x="5969496" y="2952099"/>
          <a:ext cx="4063007" cy="78749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45720" rIns="60960" bIns="4572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🧑‍💼</a:t>
          </a:r>
          <a:r>
            <a:rPr lang="en-US" sz="2400" kern="1200" dirty="0" err="1"/>
            <a:t>emp_title</a:t>
          </a:r>
          <a:r>
            <a:rPr lang="en-US" sz="2400" kern="1200" dirty="0"/>
            <a:t> - </a:t>
          </a:r>
          <a:r>
            <a:rPr lang="en-US" sz="2400" kern="1200" dirty="0" err="1"/>
            <a:t>profesión</a:t>
          </a:r>
          <a:endParaRPr lang="en-US" sz="2400" kern="1200" dirty="0"/>
        </a:p>
      </dsp:txBody>
      <dsp:txXfrm>
        <a:off x="5992561" y="2975164"/>
        <a:ext cx="4016877" cy="741367"/>
      </dsp:txXfrm>
    </dsp:sp>
    <dsp:sp modelId="{F195CAEF-E9BF-411D-9F60-E2CC8650D447}">
      <dsp:nvSpPr>
        <dsp:cNvPr id="0" name=""/>
        <dsp:cNvSpPr/>
      </dsp:nvSpPr>
      <dsp:spPr>
        <a:xfrm>
          <a:off x="5969496" y="3860751"/>
          <a:ext cx="4063007" cy="78749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45720" rIns="60960" bIns="4572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📈 </a:t>
          </a:r>
          <a:r>
            <a:rPr lang="en-US" sz="2400" kern="1200" dirty="0" err="1"/>
            <a:t>annual_inc</a:t>
          </a:r>
          <a:r>
            <a:rPr lang="en-US" sz="2400" kern="1200" dirty="0"/>
            <a:t> - </a:t>
          </a:r>
          <a:r>
            <a:rPr lang="en-US" sz="2400" kern="1200" dirty="0" err="1"/>
            <a:t>ingreso</a:t>
          </a:r>
          <a:r>
            <a:rPr lang="en-US" sz="2400" kern="1200" dirty="0"/>
            <a:t> </a:t>
          </a:r>
          <a:r>
            <a:rPr lang="en-US" sz="2400" kern="1200" dirty="0" err="1"/>
            <a:t>anual</a:t>
          </a:r>
          <a:endParaRPr lang="en-US" sz="2400" kern="1200" dirty="0"/>
        </a:p>
      </dsp:txBody>
      <dsp:txXfrm>
        <a:off x="5992561" y="3883816"/>
        <a:ext cx="4016877" cy="741367"/>
      </dsp:txXfrm>
    </dsp:sp>
    <dsp:sp modelId="{86A8D9B9-E3BC-4589-AD6E-2EF76D25CE30}">
      <dsp:nvSpPr>
        <dsp:cNvPr id="0" name=""/>
        <dsp:cNvSpPr/>
      </dsp:nvSpPr>
      <dsp:spPr>
        <a:xfrm>
          <a:off x="5969496" y="4769402"/>
          <a:ext cx="4063007" cy="78749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45720" rIns="60960" bIns="4572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🏠 </a:t>
          </a:r>
          <a:r>
            <a:rPr lang="en-US" sz="2400" kern="1200" dirty="0" err="1"/>
            <a:t>home_ownership</a:t>
          </a:r>
          <a:r>
            <a:rPr lang="en-US" sz="2400" kern="1200" dirty="0"/>
            <a:t> - </a:t>
          </a:r>
          <a:r>
            <a:rPr lang="en-US" sz="2400" kern="1200" dirty="0" err="1"/>
            <a:t>tipo</a:t>
          </a:r>
          <a:r>
            <a:rPr lang="en-US" sz="2400" kern="1200" dirty="0"/>
            <a:t> de </a:t>
          </a:r>
          <a:r>
            <a:rPr lang="en-US" sz="2400" kern="1200" dirty="0" err="1"/>
            <a:t>vivienda</a:t>
          </a:r>
          <a:endParaRPr lang="en-US" sz="2400" kern="1200" dirty="0"/>
        </a:p>
      </dsp:txBody>
      <dsp:txXfrm>
        <a:off x="5992561" y="4792467"/>
        <a:ext cx="4016877" cy="741367"/>
      </dsp:txXfrm>
    </dsp:sp>
    <dsp:sp modelId="{87BFD4B9-7750-4CB8-94A4-B3A4CAB88383}">
      <dsp:nvSpPr>
        <dsp:cNvPr id="0" name=""/>
        <dsp:cNvSpPr/>
      </dsp:nvSpPr>
      <dsp:spPr>
        <a:xfrm>
          <a:off x="5969496" y="5678054"/>
          <a:ext cx="4063007" cy="78749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45720" rIns="60960" bIns="4572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🎯purpose – </a:t>
          </a:r>
          <a:r>
            <a:rPr lang="en-US" sz="2400" kern="1200" dirty="0" err="1"/>
            <a:t>propósito</a:t>
          </a:r>
          <a:r>
            <a:rPr lang="en-US" sz="2400" kern="1200" dirty="0"/>
            <a:t> del </a:t>
          </a:r>
          <a:r>
            <a:rPr lang="en-US" sz="2400" kern="1200" dirty="0" err="1"/>
            <a:t>préstamo</a:t>
          </a:r>
          <a:endParaRPr lang="en-US" sz="2400" kern="1200" dirty="0"/>
        </a:p>
      </dsp:txBody>
      <dsp:txXfrm>
        <a:off x="5992561" y="5701119"/>
        <a:ext cx="4016877" cy="741367"/>
      </dsp:txXfrm>
    </dsp:sp>
    <dsp:sp modelId="{49163CA6-21E8-45AB-9408-BEC35B752013}">
      <dsp:nvSpPr>
        <dsp:cNvPr id="0" name=""/>
        <dsp:cNvSpPr/>
      </dsp:nvSpPr>
      <dsp:spPr>
        <a:xfrm>
          <a:off x="10921286" y="0"/>
          <a:ext cx="5078759" cy="680720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2880" tIns="182880" rIns="182880" bIns="18288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C" sz="4800" b="1" kern="1200" dirty="0"/>
            <a:t>Variable objetivo</a:t>
          </a:r>
          <a:endParaRPr lang="en-US" sz="4800" b="1" kern="1200" dirty="0"/>
        </a:p>
      </dsp:txBody>
      <dsp:txXfrm>
        <a:off x="10921286" y="0"/>
        <a:ext cx="5078759" cy="2042160"/>
      </dsp:txXfrm>
    </dsp:sp>
    <dsp:sp modelId="{95A4A1AE-CE02-4F29-9590-C58D9F9D56B7}">
      <dsp:nvSpPr>
        <dsp:cNvPr id="0" name=""/>
        <dsp:cNvSpPr/>
      </dsp:nvSpPr>
      <dsp:spPr>
        <a:xfrm>
          <a:off x="11430016" y="1713205"/>
          <a:ext cx="4063007" cy="233732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40005" rIns="53340" bIns="40005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100" kern="1200" dirty="0"/>
            <a:t>📄 </a:t>
          </a:r>
          <a:r>
            <a:rPr lang="es-ES" sz="2400" kern="1200" dirty="0" err="1"/>
            <a:t>loan_status</a:t>
          </a:r>
          <a:r>
            <a:rPr lang="es-ES" sz="2400" kern="1200" dirty="0"/>
            <a:t> – estado del </a:t>
          </a:r>
          <a:r>
            <a:rPr lang="es-ES" sz="2100" kern="1200" dirty="0"/>
            <a:t>préstamo</a:t>
          </a:r>
          <a:endParaRPr lang="en-US" sz="21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/>
            <a:t>✅ Fully paid (</a:t>
          </a:r>
          <a:r>
            <a:rPr lang="en-US" sz="1800" kern="1200" dirty="0" err="1"/>
            <a:t>pagado</a:t>
          </a:r>
          <a:r>
            <a:rPr lang="en-US" sz="1800" kern="1200" dirty="0"/>
            <a:t>)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/>
            <a:t>⏳ Current (</a:t>
          </a:r>
          <a:r>
            <a:rPr lang="en-US" sz="1800" kern="1200" dirty="0" err="1"/>
            <a:t>vigente</a:t>
          </a:r>
          <a:r>
            <a:rPr lang="en-US" sz="1800" kern="1200" dirty="0"/>
            <a:t>)
⚠️ Late (</a:t>
          </a:r>
          <a:r>
            <a:rPr lang="en-US" sz="1800" kern="1200" dirty="0" err="1"/>
            <a:t>retrasado</a:t>
          </a:r>
          <a:r>
            <a:rPr lang="en-US" sz="1800" kern="1200" dirty="0"/>
            <a:t>)
❌ Default (</a:t>
          </a:r>
          <a:r>
            <a:rPr lang="en-US" sz="1800" kern="1200" dirty="0" err="1"/>
            <a:t>incumplimiento</a:t>
          </a:r>
          <a:r>
            <a:rPr lang="en-US" sz="1800" kern="1200" dirty="0"/>
            <a:t>)</a:t>
          </a:r>
        </a:p>
      </dsp:txBody>
      <dsp:txXfrm>
        <a:off x="11498474" y="1781663"/>
        <a:ext cx="3926091" cy="2200404"/>
      </dsp:txXfrm>
    </dsp:sp>
    <dsp:sp modelId="{E20756AC-DDA8-40F9-82BF-1F3A5D3050DA}">
      <dsp:nvSpPr>
        <dsp:cNvPr id="0" name=""/>
        <dsp:cNvSpPr/>
      </dsp:nvSpPr>
      <dsp:spPr>
        <a:xfrm>
          <a:off x="11430016" y="4226962"/>
          <a:ext cx="4063007" cy="188574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45720" rIns="60960" bIns="4572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🧐 </a:t>
          </a:r>
          <a:r>
            <a:rPr lang="en-US" sz="2400" kern="1200" dirty="0" err="1"/>
            <a:t>mal_pagador</a:t>
          </a:r>
          <a:endParaRPr lang="en-US" sz="2400" kern="1200" dirty="0"/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900" kern="1200" dirty="0"/>
            <a:t>❌ 1: Cliente con incumplimiento de pago o retraso mayor a 30 días
✅ 0: C</a:t>
          </a:r>
          <a:r>
            <a:rPr lang="en-US" sz="1900" kern="1200" dirty="0" err="1"/>
            <a:t>liente</a:t>
          </a:r>
          <a:r>
            <a:rPr lang="en-US" sz="1900" kern="1200" dirty="0"/>
            <a:t> sin </a:t>
          </a:r>
          <a:r>
            <a:rPr lang="en-US" sz="1900" kern="1200" dirty="0" err="1"/>
            <a:t>incumplimiento</a:t>
          </a:r>
          <a:r>
            <a:rPr lang="en-US" sz="1900" kern="1200" dirty="0"/>
            <a:t> de </a:t>
          </a:r>
          <a:r>
            <a:rPr lang="en-US" sz="1900" kern="1200" dirty="0" err="1"/>
            <a:t>pago</a:t>
          </a:r>
          <a:endParaRPr lang="en-US" sz="1900" kern="1200" dirty="0"/>
        </a:p>
      </dsp:txBody>
      <dsp:txXfrm>
        <a:off x="11485248" y="4282194"/>
        <a:ext cx="3952543" cy="177528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FEDCE33-B096-4EFF-B7C0-E0F58640E2E3}">
      <dsp:nvSpPr>
        <dsp:cNvPr id="0" name=""/>
        <dsp:cNvSpPr/>
      </dsp:nvSpPr>
      <dsp:spPr>
        <a:xfrm>
          <a:off x="6248416" y="0"/>
          <a:ext cx="10195560" cy="1357097"/>
        </a:xfrm>
        <a:prstGeom prst="rightArrow">
          <a:avLst>
            <a:gd name="adj1" fmla="val 75000"/>
            <a:gd name="adj2" fmla="val 5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" tIns="15240" rIns="15240" bIns="15240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C" sz="2400" kern="1200" dirty="0"/>
            <a:t>Variable empleada: </a:t>
          </a:r>
          <a:r>
            <a:rPr lang="es-EC" sz="2400" kern="1200" dirty="0" err="1"/>
            <a:t>id_cliente</a:t>
          </a:r>
          <a:endParaRPr lang="en-US" sz="2400" kern="1200" dirty="0"/>
        </a:p>
      </dsp:txBody>
      <dsp:txXfrm>
        <a:off x="6248416" y="169637"/>
        <a:ext cx="9686649" cy="1017823"/>
      </dsp:txXfrm>
    </dsp:sp>
    <dsp:sp modelId="{7F19D2DA-C675-4B2E-B443-D4A6AE63B128}">
      <dsp:nvSpPr>
        <dsp:cNvPr id="0" name=""/>
        <dsp:cNvSpPr/>
      </dsp:nvSpPr>
      <dsp:spPr>
        <a:xfrm>
          <a:off x="533397" y="1710"/>
          <a:ext cx="5730244" cy="135709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60960" rIns="121920" bIns="6096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C" sz="3200" b="1" kern="1200" dirty="0"/>
            <a:t>Duplicados</a:t>
          </a:r>
          <a:endParaRPr lang="en-US" sz="3200" b="1" kern="1200" dirty="0"/>
        </a:p>
      </dsp:txBody>
      <dsp:txXfrm>
        <a:off x="599645" y="67958"/>
        <a:ext cx="5597748" cy="1224601"/>
      </dsp:txXfrm>
    </dsp:sp>
    <dsp:sp modelId="{D04E1985-8A07-4276-9A33-8E30CBFBFE91}">
      <dsp:nvSpPr>
        <dsp:cNvPr id="0" name=""/>
        <dsp:cNvSpPr/>
      </dsp:nvSpPr>
      <dsp:spPr>
        <a:xfrm>
          <a:off x="6263642" y="1494517"/>
          <a:ext cx="10195560" cy="1357097"/>
        </a:xfrm>
        <a:prstGeom prst="rightArrow">
          <a:avLst>
            <a:gd name="adj1" fmla="val 75000"/>
            <a:gd name="adj2" fmla="val 5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" tIns="15240" rIns="15240" bIns="15240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C" sz="2400" kern="1200" dirty="0"/>
            <a:t>Variables tipo fecha: </a:t>
          </a:r>
          <a:r>
            <a:rPr lang="en-US" sz="2400" b="0" kern="1200" dirty="0" err="1"/>
            <a:t>earliest_cr_line</a:t>
          </a:r>
          <a:r>
            <a:rPr lang="en-US" sz="2400" b="0" kern="1200" dirty="0"/>
            <a:t>, </a:t>
          </a:r>
          <a:r>
            <a:rPr lang="en-US" sz="2400" b="0" kern="1200" dirty="0" err="1"/>
            <a:t>last_pymnt_d</a:t>
          </a:r>
          <a:endParaRPr lang="en-US" sz="2400" kern="1200" dirty="0"/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C" sz="2400" kern="1200" dirty="0"/>
            <a:t>Variables </a:t>
          </a:r>
          <a:r>
            <a:rPr lang="es-EC" sz="2400" kern="1200" dirty="0" err="1"/>
            <a:t>float</a:t>
          </a:r>
          <a:r>
            <a:rPr lang="es-EC" sz="2400" kern="1200" dirty="0"/>
            <a:t> a </a:t>
          </a:r>
          <a:r>
            <a:rPr lang="es-EC" sz="2400" kern="1200" dirty="0" err="1"/>
            <a:t>int</a:t>
          </a:r>
          <a:r>
            <a:rPr lang="es-EC" sz="2400" kern="1200" dirty="0"/>
            <a:t>: </a:t>
          </a:r>
          <a:r>
            <a:rPr lang="en-US" sz="2400" b="0" i="0" kern="1200" dirty="0"/>
            <a:t>delinq_2yrs, </a:t>
          </a:r>
          <a:r>
            <a:rPr lang="en-US" sz="2400" b="0" i="0" kern="1200" dirty="0" err="1"/>
            <a:t>mths_since_last_delinq</a:t>
          </a:r>
          <a:endParaRPr lang="en-US" sz="2400" kern="1200" dirty="0"/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C" sz="2400" kern="1200" dirty="0"/>
            <a:t>Variables </a:t>
          </a:r>
          <a:r>
            <a:rPr lang="es-EC" sz="2400" kern="1200" dirty="0" err="1"/>
            <a:t>int</a:t>
          </a:r>
          <a:r>
            <a:rPr lang="es-EC" sz="2400" kern="1200" dirty="0"/>
            <a:t> a </a:t>
          </a:r>
          <a:r>
            <a:rPr lang="es-EC" sz="2400" kern="1200" dirty="0" err="1"/>
            <a:t>str</a:t>
          </a:r>
          <a:r>
            <a:rPr lang="es-EC" sz="2400" kern="1200" dirty="0"/>
            <a:t>: </a:t>
          </a:r>
          <a:r>
            <a:rPr lang="es-EC" sz="2400" kern="1200" dirty="0" err="1"/>
            <a:t>id_cliente</a:t>
          </a:r>
          <a:endParaRPr lang="en-US" sz="2400" kern="1200" dirty="0"/>
        </a:p>
      </dsp:txBody>
      <dsp:txXfrm>
        <a:off x="6263642" y="1664154"/>
        <a:ext cx="9686649" cy="1017823"/>
      </dsp:txXfrm>
    </dsp:sp>
    <dsp:sp modelId="{C85AF3BC-C93B-461B-8A16-2121BF188EE0}">
      <dsp:nvSpPr>
        <dsp:cNvPr id="0" name=""/>
        <dsp:cNvSpPr/>
      </dsp:nvSpPr>
      <dsp:spPr>
        <a:xfrm>
          <a:off x="533397" y="1494517"/>
          <a:ext cx="5730244" cy="135709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60960" rIns="121920" bIns="6096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C" sz="3200" b="1" kern="1200" dirty="0"/>
            <a:t>Transformación de datos</a:t>
          </a:r>
          <a:endParaRPr lang="en-US" sz="3200" b="1" kern="1200" dirty="0"/>
        </a:p>
      </dsp:txBody>
      <dsp:txXfrm>
        <a:off x="599645" y="1560765"/>
        <a:ext cx="5597748" cy="1224601"/>
      </dsp:txXfrm>
    </dsp:sp>
    <dsp:sp modelId="{0969FCA7-77F9-4191-B56E-4824F35D4D0A}">
      <dsp:nvSpPr>
        <dsp:cNvPr id="0" name=""/>
        <dsp:cNvSpPr/>
      </dsp:nvSpPr>
      <dsp:spPr>
        <a:xfrm>
          <a:off x="6263642" y="2987324"/>
          <a:ext cx="10195560" cy="1357097"/>
        </a:xfrm>
        <a:prstGeom prst="rightArrow">
          <a:avLst>
            <a:gd name="adj1" fmla="val 75000"/>
            <a:gd name="adj2" fmla="val 5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" tIns="15240" rIns="15240" bIns="15240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C" sz="2400" kern="1200" dirty="0"/>
            <a:t>Eliminaciones: </a:t>
          </a:r>
          <a:r>
            <a:rPr lang="es-EC" sz="2400" kern="1200" dirty="0" err="1"/>
            <a:t>settlement_status</a:t>
          </a:r>
          <a:r>
            <a:rPr lang="es-EC" sz="2400" kern="1200" dirty="0"/>
            <a:t> (98%), </a:t>
          </a:r>
          <a:r>
            <a:rPr lang="es-EC" sz="2400" kern="1200" dirty="0" err="1"/>
            <a:t>next_payment</a:t>
          </a:r>
          <a:r>
            <a:rPr lang="es-EC" sz="2400" kern="1200" dirty="0"/>
            <a:t> (57%)</a:t>
          </a:r>
          <a:endParaRPr lang="en-US" sz="2400" kern="1200" dirty="0"/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C" sz="2400" kern="1200" dirty="0"/>
            <a:t>Imputaciones: variables </a:t>
          </a:r>
          <a:r>
            <a:rPr lang="es-EC" sz="2400" kern="1200" dirty="0" err="1"/>
            <a:t>str</a:t>
          </a:r>
          <a:r>
            <a:rPr lang="es-EC" sz="2400" kern="1200" dirty="0"/>
            <a:t> (</a:t>
          </a:r>
          <a:r>
            <a:rPr lang="en-US" sz="2400" kern="1200" dirty="0"/>
            <a:t>“</a:t>
          </a:r>
          <a:r>
            <a:rPr lang="en-US" sz="2400" kern="1200" dirty="0" err="1"/>
            <a:t>desconocido</a:t>
          </a:r>
          <a:r>
            <a:rPr lang="en-US" sz="2400" kern="1200" dirty="0"/>
            <a:t>”), variables </a:t>
          </a:r>
          <a:r>
            <a:rPr lang="en-US" sz="2400" kern="1200" dirty="0" err="1"/>
            <a:t>numéricas</a:t>
          </a:r>
          <a:r>
            <a:rPr lang="en-US" sz="2400" kern="1200" dirty="0"/>
            <a:t> y </a:t>
          </a:r>
          <a:r>
            <a:rPr lang="en-US" sz="2400" kern="1200" dirty="0" err="1"/>
            <a:t>fechas</a:t>
          </a:r>
          <a:r>
            <a:rPr lang="en-US" sz="2400" kern="1200" dirty="0"/>
            <a:t> (</a:t>
          </a:r>
          <a:r>
            <a:rPr lang="en-US" sz="2400" kern="1200" dirty="0" err="1"/>
            <a:t>mediana</a:t>
          </a:r>
          <a:r>
            <a:rPr lang="en-US" sz="2400" kern="1200" dirty="0"/>
            <a:t>)</a:t>
          </a:r>
        </a:p>
      </dsp:txBody>
      <dsp:txXfrm>
        <a:off x="6263642" y="3156961"/>
        <a:ext cx="9686649" cy="1017823"/>
      </dsp:txXfrm>
    </dsp:sp>
    <dsp:sp modelId="{7B0A56D3-4C28-4E92-843E-B96E60351EDC}">
      <dsp:nvSpPr>
        <dsp:cNvPr id="0" name=""/>
        <dsp:cNvSpPr/>
      </dsp:nvSpPr>
      <dsp:spPr>
        <a:xfrm>
          <a:off x="533397" y="2987324"/>
          <a:ext cx="5730244" cy="135709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60960" rIns="121920" bIns="6096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C" sz="3200" b="1" kern="1200" dirty="0"/>
            <a:t>Nulos</a:t>
          </a:r>
          <a:r>
            <a:rPr lang="es-EC" sz="800" kern="1200" dirty="0"/>
            <a:t>	</a:t>
          </a:r>
          <a:endParaRPr lang="en-US" sz="800" kern="1200" dirty="0"/>
        </a:p>
      </dsp:txBody>
      <dsp:txXfrm>
        <a:off x="599645" y="3053572"/>
        <a:ext cx="5597748" cy="1224601"/>
      </dsp:txXfrm>
    </dsp:sp>
    <dsp:sp modelId="{28A7E5BD-77B0-4EBF-994F-75996B06EB5F}">
      <dsp:nvSpPr>
        <dsp:cNvPr id="0" name=""/>
        <dsp:cNvSpPr/>
      </dsp:nvSpPr>
      <dsp:spPr>
        <a:xfrm>
          <a:off x="6263642" y="4480131"/>
          <a:ext cx="10195560" cy="1357097"/>
        </a:xfrm>
        <a:prstGeom prst="rightArrow">
          <a:avLst>
            <a:gd name="adj1" fmla="val 75000"/>
            <a:gd name="adj2" fmla="val 5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" tIns="15240" rIns="15240" bIns="15240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C" sz="2400" kern="1200" dirty="0"/>
            <a:t>Variables continuas con correlación alta: </a:t>
          </a:r>
          <a:r>
            <a:rPr lang="es-EC" sz="2400" kern="1200" dirty="0" err="1"/>
            <a:t>installment</a:t>
          </a:r>
          <a:r>
            <a:rPr lang="es-EC" sz="2400" kern="1200" dirty="0"/>
            <a:t> y </a:t>
          </a:r>
          <a:r>
            <a:rPr lang="es-EC" sz="2400" kern="1200" dirty="0" err="1"/>
            <a:t>loan_amnt</a:t>
          </a:r>
          <a:endParaRPr lang="en-US" sz="2400" kern="1200" dirty="0"/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C" sz="2400" kern="1200" dirty="0"/>
            <a:t>Se eliminó </a:t>
          </a:r>
          <a:r>
            <a:rPr lang="es-EC" sz="2400" kern="1200" dirty="0" err="1"/>
            <a:t>installment</a:t>
          </a:r>
          <a:endParaRPr lang="en-US" sz="2400" kern="1200" dirty="0"/>
        </a:p>
      </dsp:txBody>
      <dsp:txXfrm>
        <a:off x="6263642" y="4649768"/>
        <a:ext cx="9686649" cy="1017823"/>
      </dsp:txXfrm>
    </dsp:sp>
    <dsp:sp modelId="{5B34C526-B559-402F-A095-1D6E274DDCDE}">
      <dsp:nvSpPr>
        <dsp:cNvPr id="0" name=""/>
        <dsp:cNvSpPr/>
      </dsp:nvSpPr>
      <dsp:spPr>
        <a:xfrm>
          <a:off x="533397" y="4480131"/>
          <a:ext cx="5730244" cy="135709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60960" rIns="121920" bIns="6096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C" sz="3200" b="1" kern="1200" dirty="0"/>
            <a:t>Matriz de correlación</a:t>
          </a:r>
          <a:endParaRPr lang="en-US" sz="3200" b="1" kern="1200" dirty="0"/>
        </a:p>
      </dsp:txBody>
      <dsp:txXfrm>
        <a:off x="599645" y="4546379"/>
        <a:ext cx="5597748" cy="122460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Process2">
  <dgm:title val=""/>
  <dgm:desc val=""/>
  <dgm:catLst>
    <dgm:cat type="list" pri="10000"/>
    <dgm:cat type="relationship" pri="13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theList">
    <dgm:varLst>
      <dgm:dir/>
      <dgm:animLvl val="lvl"/>
      <dgm:resizeHandles val="exact"/>
    </dgm:varLst>
    <dgm:choose name="Name0">
      <dgm:if name="Name1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h" for="ch" forName="compNode" refType="h"/>
      <dgm:constr type="w" for="ch" forName="aSpace" refType="w" fact="0.075"/>
      <dgm:constr type="h" for="des" forName="aSpace2" refType="h" fact="0.1"/>
      <dgm:constr type="primFontSz" for="des" forName="textNode" op="equ"/>
      <dgm:constr type="primFontSz" for="des" forName="childNode" op="equ"/>
    </dgm:constrLst>
    <dgm:ruleLst/>
    <dgm:forEach name="aNodeForEach" axis="ch" ptType="node">
      <dgm:layoutNode name="compNode">
        <dgm:alg type="composite"/>
        <dgm:shape xmlns:r="http://schemas.openxmlformats.org/officeDocument/2006/relationships" r:blip="">
          <dgm:adjLst/>
        </dgm:shape>
        <dgm:presOf/>
        <dgm:constrLst>
          <dgm:constr type="w" for="ch" forName="aNode" refType="w"/>
          <dgm:constr type="h" for="ch" forName="aNode" refType="h"/>
          <dgm:constr type="w" for="ch" forName="textNode" refType="w"/>
          <dgm:constr type="h" for="ch" forName="textNode" refType="h" fact="0.3"/>
          <dgm:constr type="ctrX" for="ch" forName="textNode" refType="w" fact="0.5"/>
          <dgm:constr type="w" for="ch" forName="compChildNode" refType="w" fact="0.8"/>
          <dgm:constr type="h" for="ch" forName="compChildNode" refType="h" fact="0.65"/>
          <dgm:constr type="t" for="ch" forName="compChildNode" refType="h" fact="0.3"/>
          <dgm:constr type="ctrX" for="ch" forName="compChildNode" refType="w" fact="0.5"/>
        </dgm:constrLst>
        <dgm:ruleLst/>
        <dgm:layoutNode name="aNode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/>
          <dgm:ruleLst/>
        </dgm:layoutNode>
        <dgm:layoutNode name="textNode" styleLbl="bgShp">
          <dgm:alg type="tx"/>
          <dgm:shape xmlns:r="http://schemas.openxmlformats.org/officeDocument/2006/relationships" type="rect" r:blip="" hideGeom="1">
            <dgm:adjLst>
              <dgm:adj idx="1" val="0.1"/>
            </dgm:adjLst>
          </dgm:shape>
          <dgm:presOf axis="self"/>
          <dgm:constrLst>
            <dgm:constr type="primFontSz" val="65"/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compChildNode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w" for="des" forName="childNode" refType="w"/>
            <dgm:constr type="h" for="des" forName="childNode" refType="h"/>
          </dgm:constrLst>
          <dgm:ruleLst/>
          <dgm:layoutNode name="theInnerList">
            <dgm:alg type="lin"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childNodeForEach" axis="ch" ptType="node">
              <dgm:layoutNode name="childNode" styleLbl="node1">
                <dgm:varLst>
                  <dgm:bulletEnabled val="1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desOrSelf" ptType="node"/>
                <dgm:constrLst>
                  <dgm:constr type="primFontSz" val="65"/>
                  <dgm:constr type="tMarg" refType="primFontSz" fact="0.15"/>
                  <dgm:constr type="bMarg" refType="primFontSz" fact="0.15"/>
                  <dgm:constr type="lMarg" refType="primFontSz" fact="0.2"/>
                  <dgm:constr type="rMarg" refType="primFontSz" fact="0.2"/>
                </dgm:constrLst>
                <dgm:ruleLst>
                  <dgm:rule type="primFontSz" val="5" fact="NaN" max="NaN"/>
                </dgm:ruleLst>
              </dgm:layoutNode>
              <dgm:choose name="Name3">
                <dgm:if name="Name4" axis="self" ptType="node" func="revPos" op="equ" val="1"/>
                <dgm:else name="Name5">
                  <dgm:layoutNode name="aSpace2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else>
              </dgm:choose>
            </dgm:forEach>
          </dgm:layoutNode>
        </dgm:layoutNode>
      </dgm:layoutNode>
      <dgm:choose name="Name6">
        <dgm:if name="Name7" axis="self" ptType="node" func="revPos" op="equ" val="1"/>
        <dgm:else name="Name8">
          <dgm:layoutNode name="a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6">
  <dgm:title val=""/>
  <dgm:desc val=""/>
  <dgm:catLst>
    <dgm:cat type="process" pri="22000"/>
    <dgm:cat type="list" pri="1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w" for="ch" forName="linNode" refType="w"/>
      <dgm:constr type="h" for="ch" forName="linNode" refType="h"/>
      <dgm:constr type="h" for="ch" forName="spacing" refType="h" refFor="ch" refForName="linNode" fact="0.1"/>
      <dgm:constr type="primFontSz" for="des" forName="parentShp" op="equ" val="65"/>
      <dgm:constr type="primFontSz" for="des" forName="childShp" op="equ" val="65"/>
    </dgm:constrLst>
    <dgm:ruleLst/>
    <dgm:forEach name="Name1" axis="ch" ptType="node">
      <dgm:layoutNode name="linNode">
        <dgm:choose name="Name2">
          <dgm:if name="Name3" func="var" arg="dir" op="equ" val="norm">
            <dgm:alg type="lin">
              <dgm:param type="linDir" val="fromL"/>
            </dgm:alg>
          </dgm:if>
          <dgm:else name="Name4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hoose name="Name5">
          <dgm:if name="Name6" func="var" arg="dir" op="equ" val="norm">
            <dgm:constrLst>
              <dgm:constr type="w" for="ch" forName="parentShp" refType="w" fact="0.4"/>
              <dgm:constr type="h" for="ch" forName="parentShp" refType="h"/>
              <dgm:constr type="w" for="ch" forName="childShp" refType="w" fact="0.6"/>
              <dgm:constr type="h" for="ch" forName="childShp" refType="h" refFor="ch" refForName="parentShp"/>
            </dgm:constrLst>
          </dgm:if>
          <dgm:else name="Name7">
            <dgm:constrLst>
              <dgm:constr type="w" for="ch" forName="parentShp" refType="w" fact="0.4"/>
              <dgm:constr type="h" for="ch" forName="parentShp" refType="h"/>
              <dgm:constr type="w" for="ch" forName="childShp" refType="w" fact="0.6"/>
              <dgm:constr type="h" for="ch" forName="childShp" refType="h" refFor="ch" refForName="parentShp"/>
            </dgm:constrLst>
          </dgm:else>
        </dgm:choose>
        <dgm:ruleLst/>
        <dgm:layoutNode name="parentShp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childShp" styleLbl="bgAccFollowNode1">
          <dgm:varLst>
            <dgm:bulletEnabled val="1"/>
          </dgm:varLst>
          <dgm:alg type="tx">
            <dgm:param type="stBulletLvl" val="1"/>
          </dgm:alg>
          <dgm:choose name="Name8">
            <dgm:if name="Name9" func="var" arg="dir" op="equ" val="norm">
              <dgm:shape xmlns:r="http://schemas.openxmlformats.org/officeDocument/2006/relationships" type="rightArrow" r:blip="" zOrderOff="-2">
                <dgm:adjLst>
                  <dgm:adj idx="1" val="0.75"/>
                </dgm:adjLst>
              </dgm:shape>
            </dgm:if>
            <dgm:else name="Name10">
              <dgm:shape xmlns:r="http://schemas.openxmlformats.org/officeDocument/2006/relationships" rot="180" type="rightArrow" r:blip="" zOrderOff="-2">
                <dgm:adjLst>
                  <dgm:adj idx="1" val="0.75"/>
                </dgm:adjLst>
              </dgm:shape>
            </dgm:else>
          </dgm:choose>
          <dgm:presOf axis="des" ptType="node"/>
          <dgm:constrLst>
            <dgm:constr type="secFontSz" refType="primFontSz"/>
            <dgm:constr type="tMarg" refType="primFontSz" fact="0.05"/>
            <dgm:constr type="bMarg" refType="primFontSz" fact="0.05"/>
            <dgm:constr type="lMarg" refType="primFontSz" fact="0.05"/>
            <dgm:constr type="rMarg" refType="primFontSz" fact="0.05"/>
          </dgm:constrLst>
          <dgm:ruleLst>
            <dgm:rule type="primFontSz" val="5" fact="NaN" max="NaN"/>
          </dgm:ruleLst>
        </dgm:layoutNode>
      </dgm:layoutNode>
      <dgm:forEach name="Name11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93EF40-132E-4C26-ADD5-C023CB106A01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A037CD4-9B21-4A29-8FF1-E7139073B7C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7128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037CD4-9B21-4A29-8FF1-E7139073B7C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64714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sv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emf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2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n 10">
            <a:extLst>
              <a:ext uri="{FF2B5EF4-FFF2-40B4-BE49-F238E27FC236}">
                <a16:creationId xmlns:a16="http://schemas.microsoft.com/office/drawing/2014/main" id="{D74D8379-377F-397A-AA06-15FE7B56D3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739706"/>
            <a:ext cx="15316201" cy="1552737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5B8106A3-DB79-A42D-174A-65CBBB85C93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90036"/>
          <a:stretch/>
        </p:blipFill>
        <p:spPr>
          <a:xfrm>
            <a:off x="13563600" y="8707915"/>
            <a:ext cx="4876800" cy="1583391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2812115" y="461626"/>
            <a:ext cx="12663769" cy="153888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1960"/>
              </a:lnSpc>
            </a:pPr>
            <a:r>
              <a:rPr lang="es-ES" sz="10400" b="1" dirty="0">
                <a:solidFill>
                  <a:srgbClr val="302B7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Proyecto</a:t>
            </a:r>
            <a:r>
              <a:rPr lang="es-ES" sz="9600" b="1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</a:t>
            </a:r>
            <a:r>
              <a:rPr lang="es-ES" sz="10400" b="1" dirty="0">
                <a:solidFill>
                  <a:srgbClr val="302B7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Python</a:t>
            </a:r>
            <a:endParaRPr lang="en-US" sz="10400" b="1" dirty="0">
              <a:solidFill>
                <a:srgbClr val="000000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  <a:sym typeface="HK Grotesk Bold" panose="00000800000000000000"/>
            </a:endParaRPr>
          </a:p>
        </p:txBody>
      </p:sp>
      <p:sp>
        <p:nvSpPr>
          <p:cNvPr id="6" name="Freeform 6"/>
          <p:cNvSpPr/>
          <p:nvPr/>
        </p:nvSpPr>
        <p:spPr>
          <a:xfrm>
            <a:off x="14487198" y="5422539"/>
            <a:ext cx="2330350" cy="3285376"/>
          </a:xfrm>
          <a:custGeom>
            <a:avLst/>
            <a:gdLst/>
            <a:ahLst/>
            <a:cxnLst/>
            <a:rect l="l" t="t" r="r" b="b"/>
            <a:pathLst>
              <a:path w="2987558" h="4459042">
                <a:moveTo>
                  <a:pt x="0" y="0"/>
                </a:moveTo>
                <a:lnTo>
                  <a:pt x="2987558" y="0"/>
                </a:lnTo>
                <a:lnTo>
                  <a:pt x="2987558" y="4459041"/>
                </a:lnTo>
                <a:lnTo>
                  <a:pt x="0" y="445904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flipH="1">
            <a:off x="11216849" y="3404672"/>
            <a:ext cx="5290896" cy="7038978"/>
          </a:xfrm>
          <a:custGeom>
            <a:avLst/>
            <a:gdLst/>
            <a:ahLst/>
            <a:cxnLst/>
            <a:rect l="l" t="t" r="r" b="b"/>
            <a:pathLst>
              <a:path w="6783040" h="9553578">
                <a:moveTo>
                  <a:pt x="6783040" y="0"/>
                </a:moveTo>
                <a:lnTo>
                  <a:pt x="0" y="0"/>
                </a:lnTo>
                <a:lnTo>
                  <a:pt x="0" y="9553578"/>
                </a:lnTo>
                <a:lnTo>
                  <a:pt x="6783040" y="9553578"/>
                </a:lnTo>
                <a:lnTo>
                  <a:pt x="678304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0939703" y="3858374"/>
            <a:ext cx="1680804" cy="1587653"/>
          </a:xfrm>
          <a:custGeom>
            <a:avLst/>
            <a:gdLst/>
            <a:ahLst/>
            <a:cxnLst/>
            <a:rect l="l" t="t" r="r" b="b"/>
            <a:pathLst>
              <a:path w="2154826" h="2154826">
                <a:moveTo>
                  <a:pt x="0" y="0"/>
                </a:moveTo>
                <a:lnTo>
                  <a:pt x="2154826" y="0"/>
                </a:lnTo>
                <a:lnTo>
                  <a:pt x="2154826" y="2154826"/>
                </a:lnTo>
                <a:lnTo>
                  <a:pt x="0" y="215482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9" name="TextBox 9"/>
          <p:cNvSpPr txBox="1"/>
          <p:nvPr/>
        </p:nvSpPr>
        <p:spPr>
          <a:xfrm>
            <a:off x="1610511" y="5090459"/>
            <a:ext cx="3771899" cy="3724609"/>
          </a:xfrm>
          <a:prstGeom prst="rect">
            <a:avLst/>
          </a:prstGeom>
        </p:spPr>
        <p:txBody>
          <a:bodyPr wrap="square" lIns="0" tIns="0" rIns="0" bIns="0" numCol="1" rtlCol="0" anchor="t">
            <a:spAutoFit/>
          </a:bodyPr>
          <a:lstStyle/>
          <a:p>
            <a:pPr>
              <a:lnSpc>
                <a:spcPts val="6300"/>
              </a:lnSpc>
              <a:spcBef>
                <a:spcPct val="0"/>
              </a:spcBef>
            </a:pPr>
            <a:r>
              <a:rPr lang="es-EC" sz="4000" b="1" dirty="0">
                <a:solidFill>
                  <a:srgbClr val="000000"/>
                </a:solidFill>
                <a:ea typeface="Clear Sans Bold" panose="020B0803030202020304"/>
                <a:cs typeface="Clear Sans Bold" panose="020B0803030202020304"/>
                <a:sym typeface="Clear Sans Bold" panose="020B0803030202020304"/>
              </a:rPr>
              <a:t>G</a:t>
            </a:r>
            <a:r>
              <a:rPr lang="en-US" sz="4000" b="1" dirty="0" err="1">
                <a:solidFill>
                  <a:srgbClr val="000000"/>
                </a:solidFill>
                <a:ea typeface="Clear Sans Bold" panose="020B0803030202020304"/>
                <a:cs typeface="Clear Sans Bold" panose="020B0803030202020304"/>
                <a:sym typeface="Clear Sans Bold" panose="020B0803030202020304"/>
              </a:rPr>
              <a:t>rupo</a:t>
            </a:r>
            <a:r>
              <a:rPr lang="en-US" sz="4000" b="1" dirty="0">
                <a:solidFill>
                  <a:srgbClr val="000000"/>
                </a:solidFill>
                <a:ea typeface="Clear Sans Bold" panose="020B0803030202020304"/>
                <a:cs typeface="Clear Sans Bold" panose="020B0803030202020304"/>
                <a:sym typeface="Clear Sans Bold" panose="020B0803030202020304"/>
              </a:rPr>
              <a:t> #3</a:t>
            </a:r>
          </a:p>
          <a:p>
            <a:pPr>
              <a:lnSpc>
                <a:spcPct val="150000"/>
              </a:lnSpc>
              <a:spcBef>
                <a:spcPct val="0"/>
              </a:spcBef>
            </a:pPr>
            <a:r>
              <a:rPr lang="en-US" sz="3200" dirty="0">
                <a:solidFill>
                  <a:srgbClr val="000000"/>
                </a:solidFill>
                <a:ea typeface="Clear Sans Bold" panose="020B0803030202020304"/>
                <a:cs typeface="Clear Sans Bold" panose="020B0803030202020304"/>
                <a:sym typeface="Clear Sans Bold" panose="020B0803030202020304"/>
              </a:rPr>
              <a:t>Victor Jaime</a:t>
            </a:r>
          </a:p>
          <a:p>
            <a:pPr>
              <a:lnSpc>
                <a:spcPct val="150000"/>
              </a:lnSpc>
              <a:spcBef>
                <a:spcPct val="0"/>
              </a:spcBef>
            </a:pPr>
            <a:r>
              <a:rPr lang="en-US" sz="3200" dirty="0">
                <a:solidFill>
                  <a:srgbClr val="000000"/>
                </a:solidFill>
                <a:ea typeface="Clear Sans Bold" panose="020B0803030202020304"/>
                <a:cs typeface="Clear Sans Bold" panose="020B0803030202020304"/>
                <a:sym typeface="Clear Sans Bold" panose="020B0803030202020304"/>
              </a:rPr>
              <a:t>Bryan Perez</a:t>
            </a:r>
          </a:p>
          <a:p>
            <a:pPr>
              <a:lnSpc>
                <a:spcPct val="150000"/>
              </a:lnSpc>
              <a:spcBef>
                <a:spcPct val="0"/>
              </a:spcBef>
            </a:pPr>
            <a:r>
              <a:rPr lang="en-US" sz="3200" dirty="0">
                <a:solidFill>
                  <a:srgbClr val="000000"/>
                </a:solidFill>
                <a:ea typeface="Clear Sans Bold" panose="020B0803030202020304"/>
                <a:cs typeface="Clear Sans Bold" panose="020B0803030202020304"/>
                <a:sym typeface="Clear Sans Bold" panose="020B0803030202020304"/>
              </a:rPr>
              <a:t>Bryan Torres</a:t>
            </a:r>
          </a:p>
          <a:p>
            <a:pPr>
              <a:lnSpc>
                <a:spcPts val="6300"/>
              </a:lnSpc>
              <a:spcBef>
                <a:spcPct val="0"/>
              </a:spcBef>
            </a:pPr>
            <a:endParaRPr lang="en-US" sz="2800" dirty="0">
              <a:solidFill>
                <a:srgbClr val="000000"/>
              </a:solidFill>
              <a:ea typeface="Clear Sans Bold" panose="020B0803030202020304"/>
              <a:cs typeface="Clear Sans Bold" panose="020B0803030202020304"/>
              <a:sym typeface="Clear Sans Bold" panose="020B0803030202020304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F053D6ED-3F43-8A62-4E45-3501E2F293F5}"/>
              </a:ext>
            </a:extLst>
          </p:cNvPr>
          <p:cNvSpPr txBox="1"/>
          <p:nvPr/>
        </p:nvSpPr>
        <p:spPr>
          <a:xfrm>
            <a:off x="1918210" y="2026227"/>
            <a:ext cx="1445157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7200" b="1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Créditos otorgados - </a:t>
            </a:r>
            <a:endParaRPr lang="en-US" sz="7200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185284E5-4CDA-14C6-4EE0-8BDF280EFA67}"/>
              </a:ext>
            </a:extLst>
          </p:cNvPr>
          <p:cNvSpPr txBox="1"/>
          <p:nvPr/>
        </p:nvSpPr>
        <p:spPr>
          <a:xfrm>
            <a:off x="1523999" y="3691922"/>
            <a:ext cx="754901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3600" b="1" dirty="0"/>
              <a:t>Análisis del histórico de créditos para identificación de riesgo de impago</a:t>
            </a:r>
            <a:endParaRPr lang="en-US" sz="3600" b="1" dirty="0"/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8F416AF2-BC24-417A-90DE-37BB12E13EB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925241" y="1746212"/>
            <a:ext cx="5715000" cy="1752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AutoShape 2">
            <a:extLst>
              <a:ext uri="{FF2B5EF4-FFF2-40B4-BE49-F238E27FC236}">
                <a16:creationId xmlns:a16="http://schemas.microsoft.com/office/drawing/2014/main" id="{95261F08-3D88-7B58-F94B-BF9B6D0515DD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0F2F6"/>
          </a:solidFill>
        </p:spPr>
      </p:sp>
      <p:sp>
        <p:nvSpPr>
          <p:cNvPr id="2" name="Freeform 2"/>
          <p:cNvSpPr/>
          <p:nvPr/>
        </p:nvSpPr>
        <p:spPr>
          <a:xfrm>
            <a:off x="152400" y="6815986"/>
            <a:ext cx="1498390" cy="2827150"/>
          </a:xfrm>
          <a:custGeom>
            <a:avLst/>
            <a:gdLst/>
            <a:ahLst/>
            <a:cxnLst/>
            <a:rect l="l" t="t" r="r" b="b"/>
            <a:pathLst>
              <a:path w="1498390" h="2827150">
                <a:moveTo>
                  <a:pt x="0" y="0"/>
                </a:moveTo>
                <a:lnTo>
                  <a:pt x="1498390" y="0"/>
                </a:lnTo>
                <a:lnTo>
                  <a:pt x="1498390" y="2827150"/>
                </a:lnTo>
                <a:lnTo>
                  <a:pt x="0" y="28271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7">
            <a:extLst>
              <a:ext uri="{FF2B5EF4-FFF2-40B4-BE49-F238E27FC236}">
                <a16:creationId xmlns:a16="http://schemas.microsoft.com/office/drawing/2014/main" id="{E4AD9968-5E51-62FB-3B0A-61C2B92D85ED}"/>
              </a:ext>
            </a:extLst>
          </p:cNvPr>
          <p:cNvSpPr txBox="1"/>
          <p:nvPr/>
        </p:nvSpPr>
        <p:spPr>
          <a:xfrm>
            <a:off x="1061357" y="883812"/>
            <a:ext cx="5486400" cy="108876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9600"/>
              </a:lnSpc>
            </a:pPr>
            <a:r>
              <a:rPr lang="en-US" sz="5400" b="1" dirty="0" err="1">
                <a:solidFill>
                  <a:srgbClr val="0000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  <a:sym typeface="HK Grotesk Bold" panose="00000800000000000000"/>
              </a:rPr>
              <a:t>Introducción</a:t>
            </a:r>
            <a:endParaRPr lang="en-US" sz="8000" b="1" dirty="0">
              <a:solidFill>
                <a:srgbClr val="000000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  <a:sym typeface="HK Grotesk Bold" panose="00000800000000000000"/>
            </a:endParaRP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A6E97893-723C-5501-E797-CE75BD51C8AD}"/>
              </a:ext>
            </a:extLst>
          </p:cNvPr>
          <p:cNvSpPr txBox="1"/>
          <p:nvPr/>
        </p:nvSpPr>
        <p:spPr>
          <a:xfrm>
            <a:off x="1061357" y="2094050"/>
            <a:ext cx="16154400" cy="169706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ES" sz="2400" dirty="0"/>
              <a:t>La gestión del riesgo crediticio es un pilar fundamental para la estabilidad de las instituciones financieras. En este proyecto se analizan créditos emitidos entre 2007 y 2015 con el fin de identificar patrones asociados a la morosidad mediante el estudio de variables financieras y demográficas.</a:t>
            </a:r>
            <a:endParaRPr lang="en-US" sz="2400" dirty="0"/>
          </a:p>
        </p:txBody>
      </p:sp>
      <p:sp>
        <p:nvSpPr>
          <p:cNvPr id="3" name="TextBox 7">
            <a:extLst>
              <a:ext uri="{FF2B5EF4-FFF2-40B4-BE49-F238E27FC236}">
                <a16:creationId xmlns:a16="http://schemas.microsoft.com/office/drawing/2014/main" id="{40D31C8E-99C1-A5DF-53B4-B1E8527C6993}"/>
              </a:ext>
            </a:extLst>
          </p:cNvPr>
          <p:cNvSpPr txBox="1"/>
          <p:nvPr/>
        </p:nvSpPr>
        <p:spPr>
          <a:xfrm>
            <a:off x="1066800" y="4466662"/>
            <a:ext cx="5486400" cy="108876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9600"/>
              </a:lnSpc>
            </a:pPr>
            <a:r>
              <a:rPr lang="es-EC" sz="5400" b="1" dirty="0">
                <a:solidFill>
                  <a:srgbClr val="0000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  <a:sym typeface="HK Grotesk Bold" panose="00000800000000000000"/>
              </a:rPr>
              <a:t>O</a:t>
            </a:r>
            <a:r>
              <a:rPr lang="en-US" sz="5400" b="1" dirty="0" err="1">
                <a:solidFill>
                  <a:srgbClr val="0000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  <a:sym typeface="HK Grotesk Bold" panose="00000800000000000000"/>
              </a:rPr>
              <a:t>bjetivo</a:t>
            </a:r>
            <a:r>
              <a:rPr lang="en-US" sz="5400" b="1" dirty="0">
                <a:solidFill>
                  <a:srgbClr val="0000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  <a:sym typeface="HK Grotesk Bold" panose="00000800000000000000"/>
              </a:rPr>
              <a:t> </a:t>
            </a:r>
            <a:endParaRPr lang="en-US" sz="8000" b="1" dirty="0">
              <a:solidFill>
                <a:srgbClr val="000000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  <a:sym typeface="HK Grotesk Bold" panose="0000080000000000000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F05E1625-1123-EDF5-7C8D-8248C0B378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8739706"/>
            <a:ext cx="15316201" cy="1552737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17F536CB-287D-3554-1F29-13F81413C88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90036"/>
          <a:stretch/>
        </p:blipFill>
        <p:spPr>
          <a:xfrm>
            <a:off x="13563600" y="8739706"/>
            <a:ext cx="4876800" cy="1569660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69CA3E8B-280F-8A8F-F28D-D2132B09C8BE}"/>
              </a:ext>
            </a:extLst>
          </p:cNvPr>
          <p:cNvSpPr txBox="1"/>
          <p:nvPr/>
        </p:nvSpPr>
        <p:spPr>
          <a:xfrm>
            <a:off x="1066800" y="5676900"/>
            <a:ext cx="16154400" cy="16970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ES" sz="2400" dirty="0"/>
              <a:t>Analizar el comportamiento histórico de los créditos emitidos entre 2007 y 2015 para identificar patrones de morosidad y factores asociados al incumplimiento de pago, mediante el análisis exploratorio de variables financieras y demográficas, con el fin de apoyar la evaluación del riesgo crediticio y la toma de decisiones en el sector financiero.</a:t>
            </a:r>
            <a:endParaRPr lang="en-US" sz="2400" dirty="0"/>
          </a:p>
        </p:txBody>
      </p:sp>
      <p:pic>
        <p:nvPicPr>
          <p:cNvPr id="21" name="Gráfico 20" descr="Investigación con relleno sólido">
            <a:extLst>
              <a:ext uri="{FF2B5EF4-FFF2-40B4-BE49-F238E27FC236}">
                <a16:creationId xmlns:a16="http://schemas.microsoft.com/office/drawing/2014/main" id="{F8C9B5C7-8552-8C59-2FCF-6ECF291F7F0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267200" y="4466662"/>
            <a:ext cx="1098229" cy="1088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98566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AutoShape 2">
            <a:extLst>
              <a:ext uri="{FF2B5EF4-FFF2-40B4-BE49-F238E27FC236}">
                <a16:creationId xmlns:a16="http://schemas.microsoft.com/office/drawing/2014/main" id="{95261F08-3D88-7B58-F94B-BF9B6D0515DD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0F2F6"/>
          </a:solidFill>
        </p:spPr>
      </p:sp>
      <p:sp>
        <p:nvSpPr>
          <p:cNvPr id="4" name="TextBox 7">
            <a:extLst>
              <a:ext uri="{FF2B5EF4-FFF2-40B4-BE49-F238E27FC236}">
                <a16:creationId xmlns:a16="http://schemas.microsoft.com/office/drawing/2014/main" id="{E4AD9968-5E51-62FB-3B0A-61C2B92D85ED}"/>
              </a:ext>
            </a:extLst>
          </p:cNvPr>
          <p:cNvSpPr txBox="1"/>
          <p:nvPr/>
        </p:nvSpPr>
        <p:spPr>
          <a:xfrm>
            <a:off x="2266950" y="225326"/>
            <a:ext cx="13754100" cy="114396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600"/>
              </a:lnSpc>
            </a:pPr>
            <a:r>
              <a:rPr lang="es-ES" sz="6600" b="1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Datos y variables</a:t>
            </a:r>
            <a:endParaRPr lang="en-US" sz="6600" b="1" dirty="0">
              <a:solidFill>
                <a:srgbClr val="000000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  <a:sym typeface="HK Grotesk Bold" panose="00000800000000000000"/>
            </a:endParaRP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8D547687-140F-E1DC-01F7-9253B1435F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739706"/>
            <a:ext cx="15316201" cy="1552737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4A2D4DE2-2A92-DFB7-33E0-D4F695374C4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0036"/>
          <a:stretch/>
        </p:blipFill>
        <p:spPr>
          <a:xfrm>
            <a:off x="13563600" y="8738569"/>
            <a:ext cx="4876800" cy="1552737"/>
          </a:xfrm>
          <a:prstGeom prst="rect">
            <a:avLst/>
          </a:prstGeom>
        </p:spPr>
      </p:pic>
      <p:graphicFrame>
        <p:nvGraphicFramePr>
          <p:cNvPr id="8" name="Diagrama 7">
            <a:extLst>
              <a:ext uri="{FF2B5EF4-FFF2-40B4-BE49-F238E27FC236}">
                <a16:creationId xmlns:a16="http://schemas.microsoft.com/office/drawing/2014/main" id="{F2836516-44D6-87A6-3EC3-ADF7E96BD03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67433945"/>
              </p:ext>
            </p:extLst>
          </p:nvPr>
        </p:nvGraphicFramePr>
        <p:xfrm>
          <a:off x="1143000" y="1739900"/>
          <a:ext cx="16002000" cy="6807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6824626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AutoShape 2">
            <a:extLst>
              <a:ext uri="{FF2B5EF4-FFF2-40B4-BE49-F238E27FC236}">
                <a16:creationId xmlns:a16="http://schemas.microsoft.com/office/drawing/2014/main" id="{95261F08-3D88-7B58-F94B-BF9B6D0515DD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0F2F6"/>
          </a:solidFill>
        </p:spPr>
      </p:sp>
      <p:sp>
        <p:nvSpPr>
          <p:cNvPr id="4" name="TextBox 7">
            <a:extLst>
              <a:ext uri="{FF2B5EF4-FFF2-40B4-BE49-F238E27FC236}">
                <a16:creationId xmlns:a16="http://schemas.microsoft.com/office/drawing/2014/main" id="{E4AD9968-5E51-62FB-3B0A-61C2B92D85ED}"/>
              </a:ext>
            </a:extLst>
          </p:cNvPr>
          <p:cNvSpPr txBox="1"/>
          <p:nvPr/>
        </p:nvSpPr>
        <p:spPr>
          <a:xfrm>
            <a:off x="2266950" y="225326"/>
            <a:ext cx="13754100" cy="235667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600"/>
              </a:lnSpc>
            </a:pPr>
            <a:r>
              <a:rPr lang="es-ES" sz="6600" b="1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	</a:t>
            </a:r>
            <a:r>
              <a:rPr lang="es-ES" sz="6600" b="1" i="0" dirty="0">
                <a:solidFill>
                  <a:srgbClr val="273540"/>
                </a:solidFill>
                <a:effectLst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Limpieza y Preprocesamiento de Datos</a:t>
            </a:r>
            <a:endParaRPr lang="en-US" sz="6600" b="1" dirty="0">
              <a:solidFill>
                <a:srgbClr val="000000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  <a:sym typeface="HK Grotesk Bold" panose="00000800000000000000"/>
            </a:endParaRP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035C8C94-9AA9-AD7F-BE50-50739201E5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739706"/>
            <a:ext cx="15316201" cy="1552737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9CC92885-0988-2938-11CA-12AE4E0A960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0036"/>
          <a:stretch/>
        </p:blipFill>
        <p:spPr>
          <a:xfrm>
            <a:off x="13563600" y="8738569"/>
            <a:ext cx="4876800" cy="1552737"/>
          </a:xfrm>
          <a:prstGeom prst="rect">
            <a:avLst/>
          </a:prstGeom>
        </p:spPr>
      </p:pic>
      <p:graphicFrame>
        <p:nvGraphicFramePr>
          <p:cNvPr id="8" name="Diagrama 7">
            <a:extLst>
              <a:ext uri="{FF2B5EF4-FFF2-40B4-BE49-F238E27FC236}">
                <a16:creationId xmlns:a16="http://schemas.microsoft.com/office/drawing/2014/main" id="{37DBEDEA-CBA5-C91C-AC8E-7C460461979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29962983"/>
              </p:ext>
            </p:extLst>
          </p:nvPr>
        </p:nvGraphicFramePr>
        <p:xfrm>
          <a:off x="647700" y="2581997"/>
          <a:ext cx="16992600" cy="58389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2617835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AutoShape 2">
            <a:extLst>
              <a:ext uri="{FF2B5EF4-FFF2-40B4-BE49-F238E27FC236}">
                <a16:creationId xmlns:a16="http://schemas.microsoft.com/office/drawing/2014/main" id="{95261F08-3D88-7B58-F94B-BF9B6D0515DD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0F2F6"/>
          </a:solidFill>
        </p:spPr>
      </p:sp>
      <p:sp>
        <p:nvSpPr>
          <p:cNvPr id="4" name="TextBox 7">
            <a:extLst>
              <a:ext uri="{FF2B5EF4-FFF2-40B4-BE49-F238E27FC236}">
                <a16:creationId xmlns:a16="http://schemas.microsoft.com/office/drawing/2014/main" id="{E4AD9968-5E51-62FB-3B0A-61C2B92D85ED}"/>
              </a:ext>
            </a:extLst>
          </p:cNvPr>
          <p:cNvSpPr txBox="1"/>
          <p:nvPr/>
        </p:nvSpPr>
        <p:spPr>
          <a:xfrm>
            <a:off x="2266950" y="225326"/>
            <a:ext cx="13754100" cy="11255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600"/>
              </a:lnSpc>
            </a:pPr>
            <a:r>
              <a:rPr lang="es-ES" sz="6600" b="1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	</a:t>
            </a:r>
            <a:r>
              <a:rPr lang="es-ES" sz="6600" b="1" dirty="0">
                <a:solidFill>
                  <a:srgbClr val="27354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Correlación de variables</a:t>
            </a:r>
            <a:endParaRPr lang="en-US" sz="6600" b="1" dirty="0">
              <a:solidFill>
                <a:srgbClr val="000000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  <a:sym typeface="HK Grotesk Bold" panose="00000800000000000000"/>
            </a:endParaRP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035C8C94-9AA9-AD7F-BE50-50739201E5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739706"/>
            <a:ext cx="15316201" cy="1552737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9CC92885-0988-2938-11CA-12AE4E0A960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0036"/>
          <a:stretch/>
        </p:blipFill>
        <p:spPr>
          <a:xfrm>
            <a:off x="13563600" y="8738569"/>
            <a:ext cx="4876800" cy="1552737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91FA358A-87AB-4A38-BA0C-BF34481DE2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1576217"/>
            <a:ext cx="8731298" cy="6905737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F90C0B69-BAB8-41DB-B5FE-74233D2CF56F}"/>
              </a:ext>
            </a:extLst>
          </p:cNvPr>
          <p:cNvSpPr txBox="1"/>
          <p:nvPr/>
        </p:nvSpPr>
        <p:spPr>
          <a:xfrm>
            <a:off x="12747649" y="6984265"/>
            <a:ext cx="2895600" cy="923330"/>
          </a:xfrm>
          <a:prstGeom prst="rect">
            <a:avLst/>
          </a:prstGeom>
          <a:noFill/>
          <a:ln w="28575">
            <a:solidFill>
              <a:schemeClr val="tx2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es-MX" dirty="0"/>
              <a:t>Las variables "</a:t>
            </a:r>
            <a:r>
              <a:rPr lang="es-MX" dirty="0" err="1"/>
              <a:t>installment</a:t>
            </a:r>
            <a:r>
              <a:rPr lang="es-MX" dirty="0"/>
              <a:t>" y "</a:t>
            </a:r>
            <a:r>
              <a:rPr lang="es-MX" dirty="0" err="1"/>
              <a:t>loan_amnt</a:t>
            </a:r>
            <a:r>
              <a:rPr lang="es-MX" dirty="0"/>
              <a:t>" presentan una correlación muy alta (0.95)</a:t>
            </a:r>
            <a:endParaRPr lang="es-EC" dirty="0"/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5D4F2D11-483E-4BA4-B83E-613B9E14B7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04654" y="2024668"/>
            <a:ext cx="5911746" cy="46274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04804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AutoShape 2">
            <a:extLst>
              <a:ext uri="{FF2B5EF4-FFF2-40B4-BE49-F238E27FC236}">
                <a16:creationId xmlns:a16="http://schemas.microsoft.com/office/drawing/2014/main" id="{95261F08-3D88-7B58-F94B-BF9B6D0515DD}"/>
              </a:ext>
            </a:extLst>
          </p:cNvPr>
          <p:cNvSpPr/>
          <p:nvPr/>
        </p:nvSpPr>
        <p:spPr>
          <a:xfrm>
            <a:off x="0" y="-342900"/>
            <a:ext cx="18288000" cy="10287000"/>
          </a:xfrm>
          <a:prstGeom prst="rect">
            <a:avLst/>
          </a:prstGeom>
          <a:solidFill>
            <a:srgbClr val="F0F2F6"/>
          </a:solidFill>
        </p:spPr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729ABFC8-66B1-E030-0B4B-E6F45734E4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739706"/>
            <a:ext cx="15316201" cy="1552737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2BC4BE75-BEB7-F4E2-DAAF-05A1F327E4B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0036"/>
          <a:stretch/>
        </p:blipFill>
        <p:spPr>
          <a:xfrm>
            <a:off x="13563600" y="8738569"/>
            <a:ext cx="4876800" cy="1552737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0003A635-2765-F2D6-1BC2-F68311FD5D8C}"/>
              </a:ext>
            </a:extLst>
          </p:cNvPr>
          <p:cNvSpPr txBox="1"/>
          <p:nvPr/>
        </p:nvSpPr>
        <p:spPr>
          <a:xfrm>
            <a:off x="4537983" y="342900"/>
            <a:ext cx="9217478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6600" b="1"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Análisis</a:t>
            </a:r>
            <a:r>
              <a:rPr lang="en-US" sz="6600" b="1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</a:t>
            </a:r>
            <a:r>
              <a:rPr lang="en-US" sz="6600" b="1"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exploratorio</a:t>
            </a:r>
            <a:endParaRPr lang="en-US" sz="6600" b="1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9204A304-D016-AF6D-9D51-23365FCB34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6657" y="2039697"/>
            <a:ext cx="5181600" cy="4290118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66C40DA1-6BAF-4FE1-BF14-A62DE00AF9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2039697"/>
            <a:ext cx="5540692" cy="4333875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FA338B61-442E-4A62-B822-D4E197699F28}"/>
              </a:ext>
            </a:extLst>
          </p:cNvPr>
          <p:cNvSpPr txBox="1"/>
          <p:nvPr/>
        </p:nvSpPr>
        <p:spPr>
          <a:xfrm>
            <a:off x="6934200" y="6678158"/>
            <a:ext cx="5029201" cy="1200329"/>
          </a:xfrm>
          <a:prstGeom prst="rect">
            <a:avLst/>
          </a:prstGeom>
          <a:noFill/>
          <a:ln w="38100"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es-ES" dirty="0"/>
              <a:t>La mediana de ingresos es ligeramente mayor en los buenos pagadores, lo que sugiere que mayores ingresos se asocian con un mejor cumplimiento de pagos. </a:t>
            </a:r>
            <a:endParaRPr lang="es-EC" dirty="0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CD27D7F3-BA09-475A-80B5-96053F778072}"/>
              </a:ext>
            </a:extLst>
          </p:cNvPr>
          <p:cNvSpPr txBox="1"/>
          <p:nvPr/>
        </p:nvSpPr>
        <p:spPr>
          <a:xfrm>
            <a:off x="865345" y="6673291"/>
            <a:ext cx="5029201" cy="923330"/>
          </a:xfrm>
          <a:prstGeom prst="rect">
            <a:avLst/>
          </a:prstGeom>
          <a:noFill/>
          <a:ln w="38100"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es-ES" dirty="0"/>
              <a:t>La mayoría de los préstamos se concentran entre $5,000 y $15,000, disminuyendo notablemente para montos mayores a $20,000.</a:t>
            </a:r>
            <a:endParaRPr lang="es-EC" dirty="0"/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7BAAC0BF-1294-4784-AB6E-596965DDB52E}"/>
              </a:ext>
            </a:extLst>
          </p:cNvPr>
          <p:cNvSpPr txBox="1"/>
          <p:nvPr/>
        </p:nvSpPr>
        <p:spPr>
          <a:xfrm>
            <a:off x="12380964" y="6554926"/>
            <a:ext cx="4876800" cy="1754326"/>
          </a:xfrm>
          <a:prstGeom prst="rect">
            <a:avLst/>
          </a:prstGeom>
          <a:noFill/>
          <a:ln w="38100"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en-US" dirty="0"/>
              <a:t>Los </a:t>
            </a:r>
            <a:r>
              <a:rPr lang="en-US" dirty="0" err="1"/>
              <a:t>clientes</a:t>
            </a:r>
            <a:r>
              <a:rPr lang="en-US" dirty="0"/>
              <a:t> que </a:t>
            </a:r>
            <a:r>
              <a:rPr lang="en-US" dirty="0" err="1"/>
              <a:t>rentan</a:t>
            </a:r>
            <a:r>
              <a:rPr lang="en-US" dirty="0"/>
              <a:t> </a:t>
            </a:r>
            <a:r>
              <a:rPr lang="en-US" dirty="0" err="1"/>
              <a:t>presentan</a:t>
            </a:r>
            <a:r>
              <a:rPr lang="en-US" dirty="0"/>
              <a:t> la mayor </a:t>
            </a:r>
            <a:r>
              <a:rPr lang="en-US" dirty="0" err="1"/>
              <a:t>tasa</a:t>
            </a:r>
            <a:r>
              <a:rPr lang="en-US" dirty="0"/>
              <a:t> de </a:t>
            </a:r>
            <a:r>
              <a:rPr lang="en-US" dirty="0" err="1"/>
              <a:t>impago</a:t>
            </a:r>
            <a:r>
              <a:rPr lang="en-US" dirty="0"/>
              <a:t>, los de </a:t>
            </a:r>
            <a:r>
              <a:rPr lang="en-US" dirty="0" err="1"/>
              <a:t>hipotega</a:t>
            </a:r>
            <a:r>
              <a:rPr lang="en-US" dirty="0"/>
              <a:t> </a:t>
            </a:r>
            <a:r>
              <a:rPr lang="en-US" dirty="0" err="1"/>
              <a:t>muestran</a:t>
            </a:r>
            <a:r>
              <a:rPr lang="en-US" dirty="0"/>
              <a:t> un </a:t>
            </a:r>
            <a:r>
              <a:rPr lang="en-US" dirty="0" err="1"/>
              <a:t>riesgo</a:t>
            </a:r>
            <a:r>
              <a:rPr lang="en-US" dirty="0"/>
              <a:t> </a:t>
            </a:r>
            <a:r>
              <a:rPr lang="en-US" dirty="0" err="1"/>
              <a:t>menor</a:t>
            </a:r>
            <a:r>
              <a:rPr lang="en-US" dirty="0"/>
              <a:t> (11%). Las </a:t>
            </a:r>
            <a:r>
              <a:rPr lang="en-US" dirty="0" err="1"/>
              <a:t>categorias</a:t>
            </a:r>
            <a:r>
              <a:rPr lang="en-US" dirty="0"/>
              <a:t> ANY, NONE y OTHER </a:t>
            </a:r>
            <a:r>
              <a:rPr lang="en-US" dirty="0" err="1"/>
              <a:t>tienen</a:t>
            </a:r>
            <a:r>
              <a:rPr lang="en-US" dirty="0"/>
              <a:t> </a:t>
            </a:r>
            <a:r>
              <a:rPr lang="en-US" dirty="0" err="1"/>
              <a:t>intervalos</a:t>
            </a:r>
            <a:r>
              <a:rPr lang="en-US" dirty="0"/>
              <a:t> de </a:t>
            </a:r>
            <a:r>
              <a:rPr lang="en-US" dirty="0" err="1"/>
              <a:t>confianza</a:t>
            </a:r>
            <a:r>
              <a:rPr lang="en-US" dirty="0"/>
              <a:t> </a:t>
            </a:r>
            <a:r>
              <a:rPr lang="en-US" dirty="0" err="1"/>
              <a:t>amplios</a:t>
            </a:r>
            <a:r>
              <a:rPr lang="en-US" dirty="0"/>
              <a:t> lo que indica </a:t>
            </a:r>
            <a:r>
              <a:rPr lang="en-US" dirty="0" err="1"/>
              <a:t>pocos</a:t>
            </a:r>
            <a:r>
              <a:rPr lang="en-US" dirty="0"/>
              <a:t> </a:t>
            </a:r>
            <a:r>
              <a:rPr lang="en-US" dirty="0" err="1"/>
              <a:t>datos</a:t>
            </a:r>
            <a:r>
              <a:rPr lang="en-US" dirty="0"/>
              <a:t> y </a:t>
            </a:r>
            <a:r>
              <a:rPr lang="en-US" dirty="0" err="1"/>
              <a:t>baja</a:t>
            </a:r>
            <a:r>
              <a:rPr lang="en-US" dirty="0"/>
              <a:t> </a:t>
            </a:r>
            <a:r>
              <a:rPr lang="en-US" dirty="0" err="1"/>
              <a:t>confiabilidad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sus </a:t>
            </a:r>
            <a:r>
              <a:rPr lang="en-US" dirty="0" err="1"/>
              <a:t>estimaciones</a:t>
            </a:r>
            <a:r>
              <a:rPr lang="en-US" dirty="0"/>
              <a:t>.</a:t>
            </a:r>
            <a:endParaRPr lang="es-EC" dirty="0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38FECD4F-D5F4-4B62-8D8C-91034060E95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167690" y="2039697"/>
            <a:ext cx="5311291" cy="4177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34064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AutoShape 2">
            <a:extLst>
              <a:ext uri="{FF2B5EF4-FFF2-40B4-BE49-F238E27FC236}">
                <a16:creationId xmlns:a16="http://schemas.microsoft.com/office/drawing/2014/main" id="{95261F08-3D88-7B58-F94B-BF9B6D0515DD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0F2F6"/>
          </a:solidFill>
        </p:spPr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1CBF7550-8F2F-92CE-9E11-220D760899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771790"/>
            <a:ext cx="15316201" cy="1552737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FDEBD608-0823-A2C9-6E43-6BAF67B2079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0036"/>
          <a:stretch/>
        </p:blipFill>
        <p:spPr>
          <a:xfrm>
            <a:off x="13563600" y="8770654"/>
            <a:ext cx="4876800" cy="1552737"/>
          </a:xfrm>
          <a:prstGeom prst="rect">
            <a:avLst/>
          </a:prstGeom>
        </p:spPr>
      </p:pic>
      <p:sp>
        <p:nvSpPr>
          <p:cNvPr id="13" name="CuadroTexto 12">
            <a:extLst>
              <a:ext uri="{FF2B5EF4-FFF2-40B4-BE49-F238E27FC236}">
                <a16:creationId xmlns:a16="http://schemas.microsoft.com/office/drawing/2014/main" id="{C113E4EA-7B1C-816B-A62C-98CE61BA1561}"/>
              </a:ext>
            </a:extLst>
          </p:cNvPr>
          <p:cNvSpPr txBox="1"/>
          <p:nvPr/>
        </p:nvSpPr>
        <p:spPr>
          <a:xfrm>
            <a:off x="2514596" y="761742"/>
            <a:ext cx="5562603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3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Análisis de Riesgo por Propósito</a:t>
            </a:r>
            <a:endParaRPr lang="en-US" sz="3200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EA84CC97-6280-A8AC-F648-296132CC666F}"/>
              </a:ext>
            </a:extLst>
          </p:cNvPr>
          <p:cNvSpPr txBox="1"/>
          <p:nvPr/>
        </p:nvSpPr>
        <p:spPr>
          <a:xfrm>
            <a:off x="10210800" y="796711"/>
            <a:ext cx="5562603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3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Análisis de Riesgo por Perfil Laboral</a:t>
            </a:r>
            <a:endParaRPr lang="en-US" sz="3200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B10D2C5E-D986-43AB-B65D-49DFC39D25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1697" y="2315750"/>
            <a:ext cx="6232067" cy="5957189"/>
          </a:xfrm>
          <a:prstGeom prst="rect">
            <a:avLst/>
          </a:prstGeo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D3B54690-08D5-4016-8864-AC1C37A2A0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04288" y="2103253"/>
            <a:ext cx="6380747" cy="6169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8841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AutoShape 2">
            <a:extLst>
              <a:ext uri="{FF2B5EF4-FFF2-40B4-BE49-F238E27FC236}">
                <a16:creationId xmlns:a16="http://schemas.microsoft.com/office/drawing/2014/main" id="{95261F08-3D88-7B58-F94B-BF9B6D0515DD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0F2F6"/>
          </a:solidFill>
        </p:spPr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67621F32-40E2-CA8B-1137-FB1FAFCA01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771790"/>
            <a:ext cx="15316201" cy="1552737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D15DC0FC-113B-BEA3-86D8-8D4B0E0EF41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0036"/>
          <a:stretch/>
        </p:blipFill>
        <p:spPr>
          <a:xfrm>
            <a:off x="13563600" y="8771790"/>
            <a:ext cx="4876800" cy="1519516"/>
          </a:xfrm>
          <a:prstGeom prst="rect">
            <a:avLst/>
          </a:prstGeom>
        </p:spPr>
      </p:pic>
      <p:sp>
        <p:nvSpPr>
          <p:cNvPr id="5" name="TextBox 7">
            <a:extLst>
              <a:ext uri="{FF2B5EF4-FFF2-40B4-BE49-F238E27FC236}">
                <a16:creationId xmlns:a16="http://schemas.microsoft.com/office/drawing/2014/main" id="{145D5C06-30D9-0E01-8D62-1EAC54EDC9E4}"/>
              </a:ext>
            </a:extLst>
          </p:cNvPr>
          <p:cNvSpPr txBox="1"/>
          <p:nvPr/>
        </p:nvSpPr>
        <p:spPr>
          <a:xfrm>
            <a:off x="2266950" y="593597"/>
            <a:ext cx="13754100" cy="11255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600"/>
              </a:lnSpc>
            </a:pPr>
            <a:r>
              <a:rPr lang="es-ES" sz="6600" b="1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	</a:t>
            </a:r>
            <a:r>
              <a:rPr lang="es-ES" sz="6600" b="1" dirty="0">
                <a:solidFill>
                  <a:srgbClr val="27354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Conclusiones</a:t>
            </a:r>
            <a:endParaRPr lang="en-US" sz="6600" b="1" dirty="0">
              <a:solidFill>
                <a:srgbClr val="000000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  <a:sym typeface="HK Grotesk Bold" panose="00000800000000000000"/>
            </a:endParaRPr>
          </a:p>
        </p:txBody>
      </p:sp>
      <p:sp>
        <p:nvSpPr>
          <p:cNvPr id="6" name="TextBox 7">
            <a:extLst>
              <a:ext uri="{FF2B5EF4-FFF2-40B4-BE49-F238E27FC236}">
                <a16:creationId xmlns:a16="http://schemas.microsoft.com/office/drawing/2014/main" id="{3B6A6C47-3727-3788-9D3C-518419CBB2A1}"/>
              </a:ext>
            </a:extLst>
          </p:cNvPr>
          <p:cNvSpPr txBox="1"/>
          <p:nvPr/>
        </p:nvSpPr>
        <p:spPr>
          <a:xfrm>
            <a:off x="2266950" y="4504527"/>
            <a:ext cx="13754100" cy="11255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600"/>
              </a:lnSpc>
            </a:pPr>
            <a:r>
              <a:rPr lang="es-ES" sz="6600" b="1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	</a:t>
            </a:r>
            <a:r>
              <a:rPr lang="es-ES" sz="6600" b="1" dirty="0">
                <a:solidFill>
                  <a:srgbClr val="27354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Recomendaciones</a:t>
            </a:r>
            <a:endParaRPr lang="en-US" sz="6600" b="1" dirty="0">
              <a:solidFill>
                <a:srgbClr val="000000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  <a:sym typeface="HK Grotesk Bold" panose="0000080000000000000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5023692E-868B-DD56-15B6-682AD309A49F}"/>
              </a:ext>
            </a:extLst>
          </p:cNvPr>
          <p:cNvSpPr txBox="1"/>
          <p:nvPr/>
        </p:nvSpPr>
        <p:spPr>
          <a:xfrm>
            <a:off x="1047750" y="1919504"/>
            <a:ext cx="16154400" cy="225106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ES" sz="2400" dirty="0"/>
              <a:t>• La construcción de la variable </a:t>
            </a:r>
            <a:r>
              <a:rPr lang="es-ES" sz="2400" dirty="0" err="1"/>
              <a:t>mal_pagador</a:t>
            </a:r>
            <a:r>
              <a:rPr lang="es-ES" sz="2400" dirty="0"/>
              <a:t> a partir del estado del crédito permitió clasificar a los clientes según su comportamiento de pago, facilitando el análisis del riesgo crediticio dentro del conjunto de datos.</a:t>
            </a:r>
          </a:p>
          <a:p>
            <a:pPr algn="just">
              <a:lnSpc>
                <a:spcPct val="150000"/>
              </a:lnSpc>
            </a:pPr>
            <a:r>
              <a:rPr lang="es-ES" sz="2400" dirty="0"/>
              <a:t>• El análisis exploratorio permitió identificar patrones en el comportamiento de pago de los clientes, proporcionando una base útil para el desarrollo de modelos predictivos orientados a la evaluación del riesgo crediticio.</a:t>
            </a:r>
            <a:endParaRPr lang="en-US" sz="2400" dirty="0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88EE0B0A-6CC4-749E-A880-BFB27415B38D}"/>
              </a:ext>
            </a:extLst>
          </p:cNvPr>
          <p:cNvSpPr txBox="1"/>
          <p:nvPr/>
        </p:nvSpPr>
        <p:spPr>
          <a:xfrm>
            <a:off x="1066800" y="5892771"/>
            <a:ext cx="16154400" cy="225106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ES" sz="2400" dirty="0"/>
              <a:t>• Incorporar indicadores financieros derivados, como el ratio préstamo-ingreso, dentro de los procesos de análisis de riesgo, ya que permiten evaluar de forma más clara la carga financiera de los clientes.</a:t>
            </a:r>
          </a:p>
          <a:p>
            <a:pPr algn="just">
              <a:lnSpc>
                <a:spcPct val="150000"/>
              </a:lnSpc>
            </a:pPr>
            <a:r>
              <a:rPr lang="es-ES" sz="2400" dirty="0"/>
              <a:t>• Mejorar la calidad y consistencia de los datos históricos, reduciendo la presencia de valores nulos o variables con baja disponibilidad de información para fortalecer futuros análisis.</a:t>
            </a:r>
          </a:p>
        </p:txBody>
      </p:sp>
    </p:spTree>
    <p:extLst>
      <p:ext uri="{BB962C8B-B14F-4D97-AF65-F5344CB8AC3E}">
        <p14:creationId xmlns:p14="http://schemas.microsoft.com/office/powerpoint/2010/main" val="933070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1285</TotalTime>
  <Words>629</Words>
  <Application>Microsoft Office PowerPoint</Application>
  <PresentationFormat>Personalizado</PresentationFormat>
  <Paragraphs>56</Paragraphs>
  <Slides>8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3" baseType="lpstr">
      <vt:lpstr>Arial</vt:lpstr>
      <vt:lpstr>ADLaM Display</vt:lpstr>
      <vt:lpstr>Calibri</vt:lpstr>
      <vt:lpstr>Aptos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Morado Crema Ilustrado Tecnología Ventas Presentación</dc:title>
  <dc:creator>Bryan Perez</dc:creator>
  <cp:lastModifiedBy>Cliente CONTROL-PC</cp:lastModifiedBy>
  <cp:revision>28</cp:revision>
  <dcterms:created xsi:type="dcterms:W3CDTF">2006-08-16T00:00:00Z</dcterms:created>
  <dcterms:modified xsi:type="dcterms:W3CDTF">2026-03-14T16:13:54Z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1033-11.8.2.8426</vt:lpwstr>
  </property>
</Properties>
</file>